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52" r:id="rId1"/>
    <p:sldMasterId id="2147483712" r:id="rId2"/>
    <p:sldMasterId id="2147483724" r:id="rId3"/>
  </p:sldMasterIdLst>
  <p:notesMasterIdLst>
    <p:notesMasterId r:id="rId12"/>
  </p:notesMasterIdLst>
  <p:handoutMasterIdLst>
    <p:handoutMasterId r:id="rId13"/>
  </p:handoutMasterIdLst>
  <p:sldIdLst>
    <p:sldId id="604" r:id="rId4"/>
    <p:sldId id="669" r:id="rId5"/>
    <p:sldId id="672" r:id="rId6"/>
    <p:sldId id="670" r:id="rId7"/>
    <p:sldId id="671" r:id="rId8"/>
    <p:sldId id="677" r:id="rId9"/>
    <p:sldId id="676" r:id="rId10"/>
    <p:sldId id="675" r:id="rId11"/>
  </p:sldIdLst>
  <p:sldSz cx="9906000" cy="6858000" type="A4"/>
  <p:notesSz cx="10234613" cy="7099300"/>
  <p:embeddedFontLst>
    <p:embeddedFont>
      <p:font typeface="Calibri" panose="020F0502020204030204" pitchFamily="34" charset="0"/>
      <p:regular r:id="rId14"/>
      <p:bold r:id="rId15"/>
      <p:italic r:id="rId16"/>
      <p:boldItalic r:id="rId17"/>
    </p:embeddedFont>
  </p:embeddedFontLst>
  <p:defaultTextStyle>
    <a:defPPr>
      <a:defRPr lang="fr-FR"/>
    </a:defPPr>
    <a:lvl1pPr algn="ctr" rtl="0" fontAlgn="base">
      <a:spcBef>
        <a:spcPct val="0"/>
      </a:spcBef>
      <a:spcAft>
        <a:spcPct val="0"/>
      </a:spcAft>
      <a:defRPr sz="800" kern="1200">
        <a:solidFill>
          <a:srgbClr val="A5003E"/>
        </a:solidFill>
        <a:latin typeface="Arial" charset="0"/>
        <a:ea typeface="+mn-ea"/>
        <a:cs typeface="Arial" charset="0"/>
      </a:defRPr>
    </a:lvl1pPr>
    <a:lvl2pPr marL="457200" algn="ctr" rtl="0" fontAlgn="base">
      <a:spcBef>
        <a:spcPct val="0"/>
      </a:spcBef>
      <a:spcAft>
        <a:spcPct val="0"/>
      </a:spcAft>
      <a:defRPr sz="800" kern="1200">
        <a:solidFill>
          <a:srgbClr val="A5003E"/>
        </a:solidFill>
        <a:latin typeface="Arial" charset="0"/>
        <a:ea typeface="+mn-ea"/>
        <a:cs typeface="Arial" charset="0"/>
      </a:defRPr>
    </a:lvl2pPr>
    <a:lvl3pPr marL="914400" algn="ctr" rtl="0" fontAlgn="base">
      <a:spcBef>
        <a:spcPct val="0"/>
      </a:spcBef>
      <a:spcAft>
        <a:spcPct val="0"/>
      </a:spcAft>
      <a:defRPr sz="800" kern="1200">
        <a:solidFill>
          <a:srgbClr val="A5003E"/>
        </a:solidFill>
        <a:latin typeface="Arial" charset="0"/>
        <a:ea typeface="+mn-ea"/>
        <a:cs typeface="Arial" charset="0"/>
      </a:defRPr>
    </a:lvl3pPr>
    <a:lvl4pPr marL="1371600" algn="ctr" rtl="0" fontAlgn="base">
      <a:spcBef>
        <a:spcPct val="0"/>
      </a:spcBef>
      <a:spcAft>
        <a:spcPct val="0"/>
      </a:spcAft>
      <a:defRPr sz="800" kern="1200">
        <a:solidFill>
          <a:srgbClr val="A5003E"/>
        </a:solidFill>
        <a:latin typeface="Arial" charset="0"/>
        <a:ea typeface="+mn-ea"/>
        <a:cs typeface="Arial" charset="0"/>
      </a:defRPr>
    </a:lvl4pPr>
    <a:lvl5pPr marL="1828800" algn="ctr" rtl="0" fontAlgn="base">
      <a:spcBef>
        <a:spcPct val="0"/>
      </a:spcBef>
      <a:spcAft>
        <a:spcPct val="0"/>
      </a:spcAft>
      <a:defRPr sz="800" kern="1200">
        <a:solidFill>
          <a:srgbClr val="A5003E"/>
        </a:solidFill>
        <a:latin typeface="Arial" charset="0"/>
        <a:ea typeface="+mn-ea"/>
        <a:cs typeface="Arial" charset="0"/>
      </a:defRPr>
    </a:lvl5pPr>
    <a:lvl6pPr marL="2286000" algn="l" defTabSz="914400" rtl="0" eaLnBrk="1" latinLnBrk="0" hangingPunct="1">
      <a:defRPr sz="800" kern="1200">
        <a:solidFill>
          <a:srgbClr val="A5003E"/>
        </a:solidFill>
        <a:latin typeface="Arial" charset="0"/>
        <a:ea typeface="+mn-ea"/>
        <a:cs typeface="Arial" charset="0"/>
      </a:defRPr>
    </a:lvl6pPr>
    <a:lvl7pPr marL="2743200" algn="l" defTabSz="914400" rtl="0" eaLnBrk="1" latinLnBrk="0" hangingPunct="1">
      <a:defRPr sz="800" kern="1200">
        <a:solidFill>
          <a:srgbClr val="A5003E"/>
        </a:solidFill>
        <a:latin typeface="Arial" charset="0"/>
        <a:ea typeface="+mn-ea"/>
        <a:cs typeface="Arial" charset="0"/>
      </a:defRPr>
    </a:lvl7pPr>
    <a:lvl8pPr marL="3200400" algn="l" defTabSz="914400" rtl="0" eaLnBrk="1" latinLnBrk="0" hangingPunct="1">
      <a:defRPr sz="800" kern="1200">
        <a:solidFill>
          <a:srgbClr val="A5003E"/>
        </a:solidFill>
        <a:latin typeface="Arial" charset="0"/>
        <a:ea typeface="+mn-ea"/>
        <a:cs typeface="Arial" charset="0"/>
      </a:defRPr>
    </a:lvl8pPr>
    <a:lvl9pPr marL="3657600" algn="l" defTabSz="914400" rtl="0" eaLnBrk="1" latinLnBrk="0" hangingPunct="1">
      <a:defRPr sz="800" kern="1200">
        <a:solidFill>
          <a:srgbClr val="A5003E"/>
        </a:solidFill>
        <a:latin typeface="Arial" charset="0"/>
        <a:ea typeface="+mn-ea"/>
        <a:cs typeface="Arial" charset="0"/>
      </a:defRPr>
    </a:lvl9pPr>
  </p:defaultTextStyle>
  <p:extLst>
    <p:ext uri="{EFAFB233-063F-42B5-8137-9DF3F51BA10A}">
      <p15:sldGuideLst xmlns:p15="http://schemas.microsoft.com/office/powerpoint/2012/main">
        <p15:guide id="1" orient="horz" pos="2469">
          <p15:clr>
            <a:srgbClr val="A4A3A4"/>
          </p15:clr>
        </p15:guide>
        <p15:guide id="2" orient="horz" pos="964">
          <p15:clr>
            <a:srgbClr val="A4A3A4"/>
          </p15:clr>
        </p15:guide>
        <p15:guide id="3" orient="horz" pos="698">
          <p15:clr>
            <a:srgbClr val="A4A3A4"/>
          </p15:clr>
        </p15:guide>
        <p15:guide id="4" orient="horz" pos="255" userDrawn="1">
          <p15:clr>
            <a:srgbClr val="A4A3A4"/>
          </p15:clr>
        </p15:guide>
        <p15:guide id="5" orient="horz" pos="3988">
          <p15:clr>
            <a:srgbClr val="A4A3A4"/>
          </p15:clr>
        </p15:guide>
        <p15:guide id="6" orient="horz" pos="2613">
          <p15:clr>
            <a:srgbClr val="A4A3A4"/>
          </p15:clr>
        </p15:guide>
        <p15:guide id="7" orient="horz" pos="1108">
          <p15:clr>
            <a:srgbClr val="A4A3A4"/>
          </p15:clr>
        </p15:guide>
        <p15:guide id="8" pos="1623" userDrawn="1">
          <p15:clr>
            <a:srgbClr val="A4A3A4"/>
          </p15:clr>
        </p15:guide>
        <p15:guide id="9" pos="6106">
          <p15:clr>
            <a:srgbClr val="A4A3A4"/>
          </p15:clr>
        </p15:guide>
        <p15:guide id="10" pos="3165" userDrawn="1">
          <p15:clr>
            <a:srgbClr val="A4A3A4"/>
          </p15:clr>
        </p15:guide>
        <p15:guide id="11" pos="1396" userDrawn="1">
          <p15:clr>
            <a:srgbClr val="A4A3A4"/>
          </p15:clr>
        </p15:guide>
        <p15:guide id="12" pos="106">
          <p15:clr>
            <a:srgbClr val="A4A3A4"/>
          </p15:clr>
        </p15:guide>
        <p15:guide id="13" pos="3973">
          <p15:clr>
            <a:srgbClr val="A4A3A4"/>
          </p15:clr>
        </p15:guide>
        <p15:guide id="14" pos="3755" userDrawn="1">
          <p15:clr>
            <a:srgbClr val="A4A3A4"/>
          </p15:clr>
        </p15:guide>
        <p15:guide id="15" pos="4758">
          <p15:clr>
            <a:srgbClr val="A4A3A4"/>
          </p15:clr>
        </p15:guide>
      </p15:sldGuideLst>
    </p:ext>
    <p:ext uri="{2D200454-40CA-4A62-9FC3-DE9A4176ACB9}">
      <p15:notesGuideLst xmlns:p15="http://schemas.microsoft.com/office/powerpoint/2012/main">
        <p15:guide id="1" orient="horz" pos="2238">
          <p15:clr>
            <a:srgbClr val="A4A3A4"/>
          </p15:clr>
        </p15:guide>
        <p15:guide id="2" pos="32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D7E7"/>
    <a:srgbClr val="A5003E"/>
    <a:srgbClr val="5D417E"/>
    <a:srgbClr val="2C5D98"/>
    <a:srgbClr val="283B4C"/>
    <a:srgbClr val="C2C2C2"/>
    <a:srgbClr val="808080"/>
    <a:srgbClr val="A9BCD3"/>
    <a:srgbClr val="A9BCD2"/>
    <a:srgbClr val="D0DB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FABFCF23-3B69-468F-B69F-88F6DE6A72F2}" styleName="Style moyen 1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CAF9ED-07DC-4A11-8D7F-57B35C25682E}" styleName="Style moyen 1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99882" autoAdjust="0"/>
  </p:normalViewPr>
  <p:slideViewPr>
    <p:cSldViewPr snapToObjects="1">
      <p:cViewPr varScale="1">
        <p:scale>
          <a:sx n="73" d="100"/>
          <a:sy n="73" d="100"/>
        </p:scale>
        <p:origin x="1494" y="66"/>
      </p:cViewPr>
      <p:guideLst>
        <p:guide orient="horz" pos="2469"/>
        <p:guide orient="horz" pos="964"/>
        <p:guide orient="horz" pos="698"/>
        <p:guide orient="horz" pos="255"/>
        <p:guide orient="horz" pos="3988"/>
        <p:guide orient="horz" pos="2613"/>
        <p:guide orient="horz" pos="1108"/>
        <p:guide pos="1623"/>
        <p:guide pos="6106"/>
        <p:guide pos="3165"/>
        <p:guide pos="1396"/>
        <p:guide pos="106"/>
        <p:guide pos="3973"/>
        <p:guide pos="3755"/>
        <p:guide pos="4758"/>
      </p:guideLst>
    </p:cSldViewPr>
  </p:slideViewPr>
  <p:notesTextViewPr>
    <p:cViewPr>
      <p:scale>
        <a:sx n="100" d="100"/>
        <a:sy n="100" d="100"/>
      </p:scale>
      <p:origin x="0" y="0"/>
    </p:cViewPr>
  </p:notesTextViewPr>
  <p:sorterViewPr>
    <p:cViewPr>
      <p:scale>
        <a:sx n="120" d="100"/>
        <a:sy n="120" d="100"/>
      </p:scale>
      <p:origin x="0" y="0"/>
    </p:cViewPr>
  </p:sorterViewPr>
  <p:notesViewPr>
    <p:cSldViewPr snapToObjects="1">
      <p:cViewPr varScale="1">
        <p:scale>
          <a:sx n="111" d="100"/>
          <a:sy n="111" d="100"/>
        </p:scale>
        <p:origin x="-270" y="-90"/>
      </p:cViewPr>
      <p:guideLst>
        <p:guide orient="horz" pos="2238"/>
        <p:guide pos="3224"/>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handoutMaster" Target="handoutMasters/handoutMaster1.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notesMaster" Target="notesMasters/notesMaster1.xml"/><Relationship Id="rId17"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font" Target="fonts/font2.fntdata"/><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2" y="2"/>
            <a:ext cx="4435599" cy="353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476" tIns="47239" rIns="94476" bIns="47239" numCol="1" anchor="t" anchorCtr="0" compatLnSpc="1">
            <a:prstTxWarp prst="textNoShape">
              <a:avLst/>
            </a:prstTxWarp>
          </a:bodyPr>
          <a:lstStyle>
            <a:lvl1pPr algn="l" defTabSz="947302">
              <a:defRPr sz="1100">
                <a:solidFill>
                  <a:schemeClr val="tx1"/>
                </a:solidFill>
                <a:latin typeface="Calibri" pitchFamily="34" charset="0"/>
              </a:defRPr>
            </a:lvl1pPr>
          </a:lstStyle>
          <a:p>
            <a:pPr>
              <a:defRPr/>
            </a:pPr>
            <a:endParaRPr lang="en-GB" altLang="fr-FR"/>
          </a:p>
        </p:txBody>
      </p:sp>
      <p:sp>
        <p:nvSpPr>
          <p:cNvPr id="5123" name="Rectangle 3"/>
          <p:cNvSpPr>
            <a:spLocks noGrp="1" noChangeArrowheads="1"/>
          </p:cNvSpPr>
          <p:nvPr>
            <p:ph type="dt" sz="quarter" idx="1"/>
          </p:nvPr>
        </p:nvSpPr>
        <p:spPr bwMode="auto">
          <a:xfrm>
            <a:off x="5797380" y="2"/>
            <a:ext cx="4435599" cy="353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476" tIns="47239" rIns="94476" bIns="47239" numCol="1" anchor="t" anchorCtr="0" compatLnSpc="1">
            <a:prstTxWarp prst="textNoShape">
              <a:avLst/>
            </a:prstTxWarp>
          </a:bodyPr>
          <a:lstStyle>
            <a:lvl1pPr algn="r" defTabSz="947302">
              <a:defRPr sz="1100">
                <a:solidFill>
                  <a:schemeClr val="tx1"/>
                </a:solidFill>
                <a:latin typeface="Calibri" pitchFamily="34" charset="0"/>
              </a:defRPr>
            </a:lvl1pPr>
          </a:lstStyle>
          <a:p>
            <a:pPr>
              <a:defRPr/>
            </a:pPr>
            <a:fld id="{0157DBDB-5682-4239-BD16-A45B822A2452}" type="datetime6">
              <a:rPr lang="en-GB" altLang="fr-FR"/>
              <a:pPr>
                <a:defRPr/>
              </a:pPr>
              <a:t>January 21</a:t>
            </a:fld>
            <a:endParaRPr lang="en-GB" altLang="fr-FR"/>
          </a:p>
        </p:txBody>
      </p:sp>
      <p:sp>
        <p:nvSpPr>
          <p:cNvPr id="5124" name="Rectangle 4"/>
          <p:cNvSpPr>
            <a:spLocks noGrp="1" noChangeArrowheads="1"/>
          </p:cNvSpPr>
          <p:nvPr>
            <p:ph type="ftr" sz="quarter" idx="2"/>
          </p:nvPr>
        </p:nvSpPr>
        <p:spPr bwMode="auto">
          <a:xfrm>
            <a:off x="2" y="6744421"/>
            <a:ext cx="4435599" cy="353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476" tIns="47239" rIns="94476" bIns="47239" numCol="1" anchor="b" anchorCtr="0" compatLnSpc="1">
            <a:prstTxWarp prst="textNoShape">
              <a:avLst/>
            </a:prstTxWarp>
          </a:bodyPr>
          <a:lstStyle>
            <a:lvl1pPr algn="l" defTabSz="947302">
              <a:defRPr sz="1100">
                <a:solidFill>
                  <a:schemeClr val="tx1"/>
                </a:solidFill>
                <a:latin typeface="Calibri" pitchFamily="34" charset="0"/>
              </a:defRPr>
            </a:lvl1pPr>
          </a:lstStyle>
          <a:p>
            <a:pPr>
              <a:defRPr/>
            </a:pPr>
            <a:endParaRPr lang="en-GB" altLang="fr-FR"/>
          </a:p>
        </p:txBody>
      </p:sp>
      <p:sp>
        <p:nvSpPr>
          <p:cNvPr id="5125" name="Rectangle 5"/>
          <p:cNvSpPr>
            <a:spLocks noGrp="1" noChangeArrowheads="1"/>
          </p:cNvSpPr>
          <p:nvPr>
            <p:ph type="sldNum" sz="quarter" idx="3"/>
          </p:nvPr>
        </p:nvSpPr>
        <p:spPr bwMode="auto">
          <a:xfrm>
            <a:off x="5797380" y="6744421"/>
            <a:ext cx="4435599" cy="353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476" tIns="47239" rIns="94476" bIns="47239" numCol="1" anchor="b" anchorCtr="0" compatLnSpc="1">
            <a:prstTxWarp prst="textNoShape">
              <a:avLst/>
            </a:prstTxWarp>
          </a:bodyPr>
          <a:lstStyle>
            <a:lvl1pPr algn="r" defTabSz="947302">
              <a:defRPr sz="1100">
                <a:solidFill>
                  <a:schemeClr val="tx1"/>
                </a:solidFill>
                <a:latin typeface="Calibri" pitchFamily="34" charset="0"/>
              </a:defRPr>
            </a:lvl1pPr>
          </a:lstStyle>
          <a:p>
            <a:pPr>
              <a:defRPr/>
            </a:pPr>
            <a:fld id="{C124FDB7-B2AF-49BF-A737-7B4B7317B9C0}" type="slidenum">
              <a:rPr lang="en-GB" altLang="fr-FR"/>
              <a:pPr>
                <a:defRPr/>
              </a:pPr>
              <a:t>‹N°›</a:t>
            </a:fld>
            <a:endParaRPr lang="en-GB" altLang="fr-FR"/>
          </a:p>
        </p:txBody>
      </p:sp>
    </p:spTree>
    <p:extLst>
      <p:ext uri="{BB962C8B-B14F-4D97-AF65-F5344CB8AC3E}">
        <p14:creationId xmlns:p14="http://schemas.microsoft.com/office/powerpoint/2010/main" val="28834754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2" y="2"/>
            <a:ext cx="4435599" cy="353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476" tIns="47239" rIns="94476" bIns="47239" numCol="1" anchor="t" anchorCtr="0" compatLnSpc="1">
            <a:prstTxWarp prst="textNoShape">
              <a:avLst/>
            </a:prstTxWarp>
          </a:bodyPr>
          <a:lstStyle>
            <a:lvl1pPr algn="l" defTabSz="947302">
              <a:defRPr sz="1100">
                <a:solidFill>
                  <a:schemeClr val="tx1"/>
                </a:solidFill>
                <a:latin typeface="Calibri" pitchFamily="34" charset="0"/>
              </a:defRPr>
            </a:lvl1pPr>
          </a:lstStyle>
          <a:p>
            <a:pPr>
              <a:defRPr/>
            </a:pPr>
            <a:endParaRPr lang="en-GB" altLang="fr-FR"/>
          </a:p>
        </p:txBody>
      </p:sp>
      <p:sp>
        <p:nvSpPr>
          <p:cNvPr id="6147" name="Rectangle 3"/>
          <p:cNvSpPr>
            <a:spLocks noGrp="1" noChangeArrowheads="1"/>
          </p:cNvSpPr>
          <p:nvPr>
            <p:ph type="dt" idx="1"/>
          </p:nvPr>
        </p:nvSpPr>
        <p:spPr bwMode="auto">
          <a:xfrm>
            <a:off x="5797380" y="2"/>
            <a:ext cx="4435599" cy="353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476" tIns="47239" rIns="94476" bIns="47239" numCol="1" anchor="t" anchorCtr="0" compatLnSpc="1">
            <a:prstTxWarp prst="textNoShape">
              <a:avLst/>
            </a:prstTxWarp>
          </a:bodyPr>
          <a:lstStyle>
            <a:lvl1pPr algn="r" defTabSz="947302">
              <a:defRPr sz="1100">
                <a:solidFill>
                  <a:schemeClr val="tx1"/>
                </a:solidFill>
                <a:latin typeface="Calibri" pitchFamily="34" charset="0"/>
              </a:defRPr>
            </a:lvl1pPr>
          </a:lstStyle>
          <a:p>
            <a:pPr>
              <a:defRPr/>
            </a:pPr>
            <a:fld id="{3812761E-A66A-49B1-BD81-98AA9F680238}" type="datetime6">
              <a:rPr lang="en-GB" altLang="fr-FR"/>
              <a:pPr>
                <a:defRPr/>
              </a:pPr>
              <a:t>January 21</a:t>
            </a:fld>
            <a:endParaRPr lang="en-GB" altLang="fr-FR"/>
          </a:p>
        </p:txBody>
      </p:sp>
      <p:sp>
        <p:nvSpPr>
          <p:cNvPr id="19460" name="Rectangle 4"/>
          <p:cNvSpPr>
            <a:spLocks noGrp="1" noRot="1" noChangeAspect="1" noChangeArrowheads="1" noTextEdit="1"/>
          </p:cNvSpPr>
          <p:nvPr>
            <p:ph type="sldImg" idx="2"/>
          </p:nvPr>
        </p:nvSpPr>
        <p:spPr bwMode="auto">
          <a:xfrm>
            <a:off x="3201988" y="533400"/>
            <a:ext cx="3843337" cy="266223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1021335" y="3373057"/>
            <a:ext cx="8191946" cy="3192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476" tIns="47239" rIns="94476" bIns="47239" numCol="1" anchor="t" anchorCtr="0" compatLnSpc="1">
            <a:prstTxWarp prst="textNoShape">
              <a:avLst/>
            </a:prstTxWarp>
          </a:bodyPr>
          <a:lstStyle/>
          <a:p>
            <a:pPr lvl="0"/>
            <a:r>
              <a:rPr lang="en-GB" altLang="fr-FR" noProof="0"/>
              <a:t>Cliquez pour modifier les styles du texte du masque</a:t>
            </a:r>
          </a:p>
          <a:p>
            <a:pPr lvl="1"/>
            <a:r>
              <a:rPr lang="en-GB" altLang="fr-FR" noProof="0"/>
              <a:t>Deuxième niveau</a:t>
            </a:r>
          </a:p>
          <a:p>
            <a:pPr lvl="2"/>
            <a:r>
              <a:rPr lang="en-GB" altLang="fr-FR" noProof="0"/>
              <a:t>Troisième niveau</a:t>
            </a:r>
          </a:p>
          <a:p>
            <a:pPr lvl="3"/>
            <a:r>
              <a:rPr lang="en-GB" altLang="fr-FR" noProof="0"/>
              <a:t>Quatrième niveau</a:t>
            </a:r>
          </a:p>
          <a:p>
            <a:pPr lvl="4"/>
            <a:r>
              <a:rPr lang="en-GB" altLang="fr-FR" noProof="0"/>
              <a:t>Cinquième niveau</a:t>
            </a:r>
          </a:p>
        </p:txBody>
      </p:sp>
      <p:sp>
        <p:nvSpPr>
          <p:cNvPr id="6150" name="Rectangle 6"/>
          <p:cNvSpPr>
            <a:spLocks noGrp="1" noChangeArrowheads="1"/>
          </p:cNvSpPr>
          <p:nvPr>
            <p:ph type="ftr" sz="quarter" idx="4"/>
          </p:nvPr>
        </p:nvSpPr>
        <p:spPr bwMode="auto">
          <a:xfrm>
            <a:off x="2" y="6744421"/>
            <a:ext cx="4435599" cy="353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476" tIns="47239" rIns="94476" bIns="47239" numCol="1" anchor="b" anchorCtr="0" compatLnSpc="1">
            <a:prstTxWarp prst="textNoShape">
              <a:avLst/>
            </a:prstTxWarp>
          </a:bodyPr>
          <a:lstStyle>
            <a:lvl1pPr algn="l" defTabSz="947302">
              <a:defRPr sz="1100">
                <a:solidFill>
                  <a:schemeClr val="tx1"/>
                </a:solidFill>
                <a:latin typeface="Calibri" pitchFamily="34" charset="0"/>
              </a:defRPr>
            </a:lvl1pPr>
          </a:lstStyle>
          <a:p>
            <a:pPr>
              <a:defRPr/>
            </a:pPr>
            <a:endParaRPr lang="en-GB" altLang="fr-FR"/>
          </a:p>
        </p:txBody>
      </p:sp>
      <p:sp>
        <p:nvSpPr>
          <p:cNvPr id="6151" name="Rectangle 7"/>
          <p:cNvSpPr>
            <a:spLocks noGrp="1" noChangeArrowheads="1"/>
          </p:cNvSpPr>
          <p:nvPr>
            <p:ph type="sldNum" sz="quarter" idx="5"/>
          </p:nvPr>
        </p:nvSpPr>
        <p:spPr bwMode="auto">
          <a:xfrm>
            <a:off x="5797380" y="6744421"/>
            <a:ext cx="4435599" cy="353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476" tIns="47239" rIns="94476" bIns="47239" numCol="1" anchor="b" anchorCtr="0" compatLnSpc="1">
            <a:prstTxWarp prst="textNoShape">
              <a:avLst/>
            </a:prstTxWarp>
          </a:bodyPr>
          <a:lstStyle>
            <a:lvl1pPr algn="r" defTabSz="947302">
              <a:defRPr sz="1100">
                <a:solidFill>
                  <a:schemeClr val="tx1"/>
                </a:solidFill>
                <a:latin typeface="Calibri" pitchFamily="34" charset="0"/>
              </a:defRPr>
            </a:lvl1pPr>
          </a:lstStyle>
          <a:p>
            <a:pPr>
              <a:defRPr/>
            </a:pPr>
            <a:fld id="{43B47D03-9082-4250-BB7D-914BF0A1D62A}" type="slidenum">
              <a:rPr lang="en-GB" altLang="fr-FR"/>
              <a:pPr>
                <a:defRPr/>
              </a:pPr>
              <a:t>‹N°›</a:t>
            </a:fld>
            <a:endParaRPr lang="en-GB" altLang="fr-FR"/>
          </a:p>
        </p:txBody>
      </p:sp>
    </p:spTree>
    <p:extLst>
      <p:ext uri="{BB962C8B-B14F-4D97-AF65-F5344CB8AC3E}">
        <p14:creationId xmlns:p14="http://schemas.microsoft.com/office/powerpoint/2010/main" val="2806033321"/>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Calibri" pitchFamily="34" charset="0"/>
        <a:ea typeface="+mn-ea"/>
        <a:cs typeface="Arial"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Arial"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dt" sz="quarter" idx="1"/>
          </p:nvPr>
        </p:nvSpPr>
        <p:spPr>
          <a:noFill/>
        </p:spPr>
        <p:txBody>
          <a:bodyPr/>
          <a:lstStyle>
            <a:lvl1pPr algn="l" defTabSz="947302" eaLnBrk="0" hangingPunct="0">
              <a:spcBef>
                <a:spcPct val="30000"/>
              </a:spcBef>
              <a:defRPr sz="1100">
                <a:solidFill>
                  <a:schemeClr val="tx1"/>
                </a:solidFill>
                <a:latin typeface="Calibri" pitchFamily="34" charset="0"/>
                <a:cs typeface="Arial" charset="0"/>
              </a:defRPr>
            </a:lvl1pPr>
            <a:lvl2pPr marL="772364" indent="-297063" algn="l" defTabSz="947302" eaLnBrk="0" hangingPunct="0">
              <a:spcBef>
                <a:spcPct val="30000"/>
              </a:spcBef>
              <a:defRPr sz="1100">
                <a:solidFill>
                  <a:schemeClr val="tx1"/>
                </a:solidFill>
                <a:latin typeface="Calibri" pitchFamily="34" charset="0"/>
                <a:cs typeface="Arial" charset="0"/>
              </a:defRPr>
            </a:lvl2pPr>
            <a:lvl3pPr marL="1188251" indent="-237650" algn="l" defTabSz="947302" eaLnBrk="0" hangingPunct="0">
              <a:spcBef>
                <a:spcPct val="30000"/>
              </a:spcBef>
              <a:defRPr sz="1100">
                <a:solidFill>
                  <a:schemeClr val="tx1"/>
                </a:solidFill>
                <a:latin typeface="Calibri" pitchFamily="34" charset="0"/>
                <a:cs typeface="Arial" charset="0"/>
              </a:defRPr>
            </a:lvl3pPr>
            <a:lvl4pPr marL="1663553" indent="-237650" algn="l" defTabSz="947302" eaLnBrk="0" hangingPunct="0">
              <a:spcBef>
                <a:spcPct val="30000"/>
              </a:spcBef>
              <a:defRPr sz="1100">
                <a:solidFill>
                  <a:schemeClr val="tx1"/>
                </a:solidFill>
                <a:latin typeface="Calibri" pitchFamily="34" charset="0"/>
                <a:cs typeface="Arial" charset="0"/>
              </a:defRPr>
            </a:lvl4pPr>
            <a:lvl5pPr marL="2138854" indent="-237650" algn="l" defTabSz="947302" eaLnBrk="0" hangingPunct="0">
              <a:spcBef>
                <a:spcPct val="30000"/>
              </a:spcBef>
              <a:defRPr sz="1100">
                <a:solidFill>
                  <a:schemeClr val="tx1"/>
                </a:solidFill>
                <a:latin typeface="Calibri" pitchFamily="34" charset="0"/>
                <a:cs typeface="Arial" charset="0"/>
              </a:defRPr>
            </a:lvl5pPr>
            <a:lvl6pPr marL="2614155" indent="-237650" defTabSz="947302" eaLnBrk="0" fontAlgn="base" hangingPunct="0">
              <a:spcBef>
                <a:spcPct val="30000"/>
              </a:spcBef>
              <a:spcAft>
                <a:spcPct val="0"/>
              </a:spcAft>
              <a:defRPr sz="1100">
                <a:solidFill>
                  <a:schemeClr val="tx1"/>
                </a:solidFill>
                <a:latin typeface="Calibri" pitchFamily="34" charset="0"/>
                <a:cs typeface="Arial" charset="0"/>
              </a:defRPr>
            </a:lvl6pPr>
            <a:lvl7pPr marL="3089456" indent="-237650" defTabSz="947302" eaLnBrk="0" fontAlgn="base" hangingPunct="0">
              <a:spcBef>
                <a:spcPct val="30000"/>
              </a:spcBef>
              <a:spcAft>
                <a:spcPct val="0"/>
              </a:spcAft>
              <a:defRPr sz="1100">
                <a:solidFill>
                  <a:schemeClr val="tx1"/>
                </a:solidFill>
                <a:latin typeface="Calibri" pitchFamily="34" charset="0"/>
                <a:cs typeface="Arial" charset="0"/>
              </a:defRPr>
            </a:lvl7pPr>
            <a:lvl8pPr marL="3564757" indent="-237650" defTabSz="947302" eaLnBrk="0" fontAlgn="base" hangingPunct="0">
              <a:spcBef>
                <a:spcPct val="30000"/>
              </a:spcBef>
              <a:spcAft>
                <a:spcPct val="0"/>
              </a:spcAft>
              <a:defRPr sz="1100">
                <a:solidFill>
                  <a:schemeClr val="tx1"/>
                </a:solidFill>
                <a:latin typeface="Calibri" pitchFamily="34" charset="0"/>
                <a:cs typeface="Arial" charset="0"/>
              </a:defRPr>
            </a:lvl8pPr>
            <a:lvl9pPr marL="4040057" indent="-237650" defTabSz="947302" eaLnBrk="0" fontAlgn="base" hangingPunct="0">
              <a:spcBef>
                <a:spcPct val="30000"/>
              </a:spcBef>
              <a:spcAft>
                <a:spcPct val="0"/>
              </a:spcAft>
              <a:defRPr sz="1100">
                <a:solidFill>
                  <a:schemeClr val="tx1"/>
                </a:solidFill>
                <a:latin typeface="Calibri" pitchFamily="34" charset="0"/>
                <a:cs typeface="Arial" charset="0"/>
              </a:defRPr>
            </a:lvl9pPr>
          </a:lstStyle>
          <a:p>
            <a:pPr algn="r" eaLnBrk="1" hangingPunct="1">
              <a:spcBef>
                <a:spcPct val="0"/>
              </a:spcBef>
            </a:pPr>
            <a:fld id="{5C843B03-C31F-447D-AC44-EEB6D97354FF}" type="datetime6">
              <a:rPr lang="en-GB" altLang="fr-FR" smtClean="0"/>
              <a:pPr algn="r" eaLnBrk="1" hangingPunct="1">
                <a:spcBef>
                  <a:spcPct val="0"/>
                </a:spcBef>
              </a:pPr>
              <a:t>January 21</a:t>
            </a:fld>
            <a:endParaRPr lang="en-GB" altLang="fr-FR"/>
          </a:p>
        </p:txBody>
      </p:sp>
      <p:sp>
        <p:nvSpPr>
          <p:cNvPr id="23555" name="Rectangle 7"/>
          <p:cNvSpPr>
            <a:spLocks noGrp="1" noChangeArrowheads="1"/>
          </p:cNvSpPr>
          <p:nvPr>
            <p:ph type="sldNum" sz="quarter" idx="5"/>
          </p:nvPr>
        </p:nvSpPr>
        <p:spPr>
          <a:noFill/>
        </p:spPr>
        <p:txBody>
          <a:bodyPr/>
          <a:lstStyle>
            <a:lvl1pPr algn="l" defTabSz="947302" eaLnBrk="0" hangingPunct="0">
              <a:spcBef>
                <a:spcPct val="30000"/>
              </a:spcBef>
              <a:defRPr sz="1100">
                <a:solidFill>
                  <a:schemeClr val="tx1"/>
                </a:solidFill>
                <a:latin typeface="Calibri" pitchFamily="34" charset="0"/>
                <a:cs typeface="Arial" charset="0"/>
              </a:defRPr>
            </a:lvl1pPr>
            <a:lvl2pPr marL="772364" indent="-297063" algn="l" defTabSz="947302" eaLnBrk="0" hangingPunct="0">
              <a:spcBef>
                <a:spcPct val="30000"/>
              </a:spcBef>
              <a:defRPr sz="1100">
                <a:solidFill>
                  <a:schemeClr val="tx1"/>
                </a:solidFill>
                <a:latin typeface="Calibri" pitchFamily="34" charset="0"/>
                <a:cs typeface="Arial" charset="0"/>
              </a:defRPr>
            </a:lvl2pPr>
            <a:lvl3pPr marL="1188251" indent="-237650" algn="l" defTabSz="947302" eaLnBrk="0" hangingPunct="0">
              <a:spcBef>
                <a:spcPct val="30000"/>
              </a:spcBef>
              <a:defRPr sz="1100">
                <a:solidFill>
                  <a:schemeClr val="tx1"/>
                </a:solidFill>
                <a:latin typeface="Calibri" pitchFamily="34" charset="0"/>
                <a:cs typeface="Arial" charset="0"/>
              </a:defRPr>
            </a:lvl3pPr>
            <a:lvl4pPr marL="1663553" indent="-237650" algn="l" defTabSz="947302" eaLnBrk="0" hangingPunct="0">
              <a:spcBef>
                <a:spcPct val="30000"/>
              </a:spcBef>
              <a:defRPr sz="1100">
                <a:solidFill>
                  <a:schemeClr val="tx1"/>
                </a:solidFill>
                <a:latin typeface="Calibri" pitchFamily="34" charset="0"/>
                <a:cs typeface="Arial" charset="0"/>
              </a:defRPr>
            </a:lvl4pPr>
            <a:lvl5pPr marL="2138854" indent="-237650" algn="l" defTabSz="947302" eaLnBrk="0" hangingPunct="0">
              <a:spcBef>
                <a:spcPct val="30000"/>
              </a:spcBef>
              <a:defRPr sz="1100">
                <a:solidFill>
                  <a:schemeClr val="tx1"/>
                </a:solidFill>
                <a:latin typeface="Calibri" pitchFamily="34" charset="0"/>
                <a:cs typeface="Arial" charset="0"/>
              </a:defRPr>
            </a:lvl5pPr>
            <a:lvl6pPr marL="2614155" indent="-237650" defTabSz="947302" eaLnBrk="0" fontAlgn="base" hangingPunct="0">
              <a:spcBef>
                <a:spcPct val="30000"/>
              </a:spcBef>
              <a:spcAft>
                <a:spcPct val="0"/>
              </a:spcAft>
              <a:defRPr sz="1100">
                <a:solidFill>
                  <a:schemeClr val="tx1"/>
                </a:solidFill>
                <a:latin typeface="Calibri" pitchFamily="34" charset="0"/>
                <a:cs typeface="Arial" charset="0"/>
              </a:defRPr>
            </a:lvl6pPr>
            <a:lvl7pPr marL="3089456" indent="-237650" defTabSz="947302" eaLnBrk="0" fontAlgn="base" hangingPunct="0">
              <a:spcBef>
                <a:spcPct val="30000"/>
              </a:spcBef>
              <a:spcAft>
                <a:spcPct val="0"/>
              </a:spcAft>
              <a:defRPr sz="1100">
                <a:solidFill>
                  <a:schemeClr val="tx1"/>
                </a:solidFill>
                <a:latin typeface="Calibri" pitchFamily="34" charset="0"/>
                <a:cs typeface="Arial" charset="0"/>
              </a:defRPr>
            </a:lvl7pPr>
            <a:lvl8pPr marL="3564757" indent="-237650" defTabSz="947302" eaLnBrk="0" fontAlgn="base" hangingPunct="0">
              <a:spcBef>
                <a:spcPct val="30000"/>
              </a:spcBef>
              <a:spcAft>
                <a:spcPct val="0"/>
              </a:spcAft>
              <a:defRPr sz="1100">
                <a:solidFill>
                  <a:schemeClr val="tx1"/>
                </a:solidFill>
                <a:latin typeface="Calibri" pitchFamily="34" charset="0"/>
                <a:cs typeface="Arial" charset="0"/>
              </a:defRPr>
            </a:lvl8pPr>
            <a:lvl9pPr marL="4040057" indent="-237650" defTabSz="947302" eaLnBrk="0" fontAlgn="base" hangingPunct="0">
              <a:spcBef>
                <a:spcPct val="30000"/>
              </a:spcBef>
              <a:spcAft>
                <a:spcPct val="0"/>
              </a:spcAft>
              <a:defRPr sz="1100">
                <a:solidFill>
                  <a:schemeClr val="tx1"/>
                </a:solidFill>
                <a:latin typeface="Calibri" pitchFamily="34" charset="0"/>
                <a:cs typeface="Arial" charset="0"/>
              </a:defRPr>
            </a:lvl9pPr>
          </a:lstStyle>
          <a:p>
            <a:pPr algn="r" eaLnBrk="1" hangingPunct="1">
              <a:spcBef>
                <a:spcPct val="0"/>
              </a:spcBef>
            </a:pPr>
            <a:fld id="{FD19BF11-1EA0-4171-A54D-90FBCCAD9B72}" type="slidenum">
              <a:rPr lang="en-GB" altLang="fr-FR" smtClean="0"/>
              <a:pPr algn="r" eaLnBrk="1" hangingPunct="1">
                <a:spcBef>
                  <a:spcPct val="0"/>
                </a:spcBef>
              </a:pPr>
              <a:t>2</a:t>
            </a:fld>
            <a:endParaRPr lang="en-GB" altLang="fr-FR"/>
          </a:p>
        </p:txBody>
      </p:sp>
      <p:sp>
        <p:nvSpPr>
          <p:cNvPr id="23556" name="Rectangle 2"/>
          <p:cNvSpPr>
            <a:spLocks noGrp="1" noRot="1" noChangeAspect="1" noChangeArrowheads="1" noTextEdit="1"/>
          </p:cNvSpPr>
          <p:nvPr>
            <p:ph type="sldImg"/>
          </p:nvPr>
        </p:nvSpPr>
        <p:spPr>
          <a:ln/>
        </p:spPr>
      </p:sp>
      <p:sp>
        <p:nvSpPr>
          <p:cNvPr id="23557" name="Rectangle 3"/>
          <p:cNvSpPr>
            <a:spLocks noGrp="1" noChangeArrowheads="1"/>
          </p:cNvSpPr>
          <p:nvPr>
            <p:ph type="body" idx="1"/>
          </p:nvPr>
        </p:nvSpPr>
        <p:spPr>
          <a:noFill/>
        </p:spPr>
        <p:txBody>
          <a:bodyPr/>
          <a:lstStyle/>
          <a:p>
            <a:pPr eaLnBrk="1" hangingPunct="1"/>
            <a:endParaRPr lang="en-GB" altLang="fr-FR"/>
          </a:p>
        </p:txBody>
      </p:sp>
    </p:spTree>
    <p:extLst>
      <p:ext uri="{BB962C8B-B14F-4D97-AF65-F5344CB8AC3E}">
        <p14:creationId xmlns:p14="http://schemas.microsoft.com/office/powerpoint/2010/main" val="44489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dt" sz="quarter" idx="1"/>
          </p:nvPr>
        </p:nvSpPr>
        <p:spPr>
          <a:noFill/>
        </p:spPr>
        <p:txBody>
          <a:bodyPr/>
          <a:lstStyle>
            <a:lvl1pPr algn="l" defTabSz="947302" eaLnBrk="0" hangingPunct="0">
              <a:spcBef>
                <a:spcPct val="30000"/>
              </a:spcBef>
              <a:defRPr sz="1100">
                <a:solidFill>
                  <a:schemeClr val="tx1"/>
                </a:solidFill>
                <a:latin typeface="Calibri" pitchFamily="34" charset="0"/>
                <a:cs typeface="Arial" charset="0"/>
              </a:defRPr>
            </a:lvl1pPr>
            <a:lvl2pPr marL="772364" indent="-297063" algn="l" defTabSz="947302" eaLnBrk="0" hangingPunct="0">
              <a:spcBef>
                <a:spcPct val="30000"/>
              </a:spcBef>
              <a:defRPr sz="1100">
                <a:solidFill>
                  <a:schemeClr val="tx1"/>
                </a:solidFill>
                <a:latin typeface="Calibri" pitchFamily="34" charset="0"/>
                <a:cs typeface="Arial" charset="0"/>
              </a:defRPr>
            </a:lvl2pPr>
            <a:lvl3pPr marL="1188251" indent="-237650" algn="l" defTabSz="947302" eaLnBrk="0" hangingPunct="0">
              <a:spcBef>
                <a:spcPct val="30000"/>
              </a:spcBef>
              <a:defRPr sz="1100">
                <a:solidFill>
                  <a:schemeClr val="tx1"/>
                </a:solidFill>
                <a:latin typeface="Calibri" pitchFamily="34" charset="0"/>
                <a:cs typeface="Arial" charset="0"/>
              </a:defRPr>
            </a:lvl3pPr>
            <a:lvl4pPr marL="1663553" indent="-237650" algn="l" defTabSz="947302" eaLnBrk="0" hangingPunct="0">
              <a:spcBef>
                <a:spcPct val="30000"/>
              </a:spcBef>
              <a:defRPr sz="1100">
                <a:solidFill>
                  <a:schemeClr val="tx1"/>
                </a:solidFill>
                <a:latin typeface="Calibri" pitchFamily="34" charset="0"/>
                <a:cs typeface="Arial" charset="0"/>
              </a:defRPr>
            </a:lvl4pPr>
            <a:lvl5pPr marL="2138854" indent="-237650" algn="l" defTabSz="947302" eaLnBrk="0" hangingPunct="0">
              <a:spcBef>
                <a:spcPct val="30000"/>
              </a:spcBef>
              <a:defRPr sz="1100">
                <a:solidFill>
                  <a:schemeClr val="tx1"/>
                </a:solidFill>
                <a:latin typeface="Calibri" pitchFamily="34" charset="0"/>
                <a:cs typeface="Arial" charset="0"/>
              </a:defRPr>
            </a:lvl5pPr>
            <a:lvl6pPr marL="2614155" indent="-237650" defTabSz="947302" eaLnBrk="0" fontAlgn="base" hangingPunct="0">
              <a:spcBef>
                <a:spcPct val="30000"/>
              </a:spcBef>
              <a:spcAft>
                <a:spcPct val="0"/>
              </a:spcAft>
              <a:defRPr sz="1100">
                <a:solidFill>
                  <a:schemeClr val="tx1"/>
                </a:solidFill>
                <a:latin typeface="Calibri" pitchFamily="34" charset="0"/>
                <a:cs typeface="Arial" charset="0"/>
              </a:defRPr>
            </a:lvl6pPr>
            <a:lvl7pPr marL="3089456" indent="-237650" defTabSz="947302" eaLnBrk="0" fontAlgn="base" hangingPunct="0">
              <a:spcBef>
                <a:spcPct val="30000"/>
              </a:spcBef>
              <a:spcAft>
                <a:spcPct val="0"/>
              </a:spcAft>
              <a:defRPr sz="1100">
                <a:solidFill>
                  <a:schemeClr val="tx1"/>
                </a:solidFill>
                <a:latin typeface="Calibri" pitchFamily="34" charset="0"/>
                <a:cs typeface="Arial" charset="0"/>
              </a:defRPr>
            </a:lvl7pPr>
            <a:lvl8pPr marL="3564757" indent="-237650" defTabSz="947302" eaLnBrk="0" fontAlgn="base" hangingPunct="0">
              <a:spcBef>
                <a:spcPct val="30000"/>
              </a:spcBef>
              <a:spcAft>
                <a:spcPct val="0"/>
              </a:spcAft>
              <a:defRPr sz="1100">
                <a:solidFill>
                  <a:schemeClr val="tx1"/>
                </a:solidFill>
                <a:latin typeface="Calibri" pitchFamily="34" charset="0"/>
                <a:cs typeface="Arial" charset="0"/>
              </a:defRPr>
            </a:lvl8pPr>
            <a:lvl9pPr marL="4040057" indent="-237650" defTabSz="947302" eaLnBrk="0" fontAlgn="base" hangingPunct="0">
              <a:spcBef>
                <a:spcPct val="30000"/>
              </a:spcBef>
              <a:spcAft>
                <a:spcPct val="0"/>
              </a:spcAft>
              <a:defRPr sz="1100">
                <a:solidFill>
                  <a:schemeClr val="tx1"/>
                </a:solidFill>
                <a:latin typeface="Calibri" pitchFamily="34" charset="0"/>
                <a:cs typeface="Arial" charset="0"/>
              </a:defRPr>
            </a:lvl9pPr>
          </a:lstStyle>
          <a:p>
            <a:pPr algn="r" eaLnBrk="1" hangingPunct="1">
              <a:spcBef>
                <a:spcPct val="0"/>
              </a:spcBef>
            </a:pPr>
            <a:fld id="{5C843B03-C31F-447D-AC44-EEB6D97354FF}" type="datetime6">
              <a:rPr lang="en-GB" altLang="fr-FR" smtClean="0"/>
              <a:pPr algn="r" eaLnBrk="1" hangingPunct="1">
                <a:spcBef>
                  <a:spcPct val="0"/>
                </a:spcBef>
              </a:pPr>
              <a:t>January 21</a:t>
            </a:fld>
            <a:endParaRPr lang="en-GB" altLang="fr-FR"/>
          </a:p>
        </p:txBody>
      </p:sp>
      <p:sp>
        <p:nvSpPr>
          <p:cNvPr id="23555" name="Rectangle 7"/>
          <p:cNvSpPr>
            <a:spLocks noGrp="1" noChangeArrowheads="1"/>
          </p:cNvSpPr>
          <p:nvPr>
            <p:ph type="sldNum" sz="quarter" idx="5"/>
          </p:nvPr>
        </p:nvSpPr>
        <p:spPr>
          <a:noFill/>
        </p:spPr>
        <p:txBody>
          <a:bodyPr/>
          <a:lstStyle>
            <a:lvl1pPr algn="l" defTabSz="947302" eaLnBrk="0" hangingPunct="0">
              <a:spcBef>
                <a:spcPct val="30000"/>
              </a:spcBef>
              <a:defRPr sz="1100">
                <a:solidFill>
                  <a:schemeClr val="tx1"/>
                </a:solidFill>
                <a:latin typeface="Calibri" pitchFamily="34" charset="0"/>
                <a:cs typeface="Arial" charset="0"/>
              </a:defRPr>
            </a:lvl1pPr>
            <a:lvl2pPr marL="772364" indent="-297063" algn="l" defTabSz="947302" eaLnBrk="0" hangingPunct="0">
              <a:spcBef>
                <a:spcPct val="30000"/>
              </a:spcBef>
              <a:defRPr sz="1100">
                <a:solidFill>
                  <a:schemeClr val="tx1"/>
                </a:solidFill>
                <a:latin typeface="Calibri" pitchFamily="34" charset="0"/>
                <a:cs typeface="Arial" charset="0"/>
              </a:defRPr>
            </a:lvl2pPr>
            <a:lvl3pPr marL="1188251" indent="-237650" algn="l" defTabSz="947302" eaLnBrk="0" hangingPunct="0">
              <a:spcBef>
                <a:spcPct val="30000"/>
              </a:spcBef>
              <a:defRPr sz="1100">
                <a:solidFill>
                  <a:schemeClr val="tx1"/>
                </a:solidFill>
                <a:latin typeface="Calibri" pitchFamily="34" charset="0"/>
                <a:cs typeface="Arial" charset="0"/>
              </a:defRPr>
            </a:lvl3pPr>
            <a:lvl4pPr marL="1663553" indent="-237650" algn="l" defTabSz="947302" eaLnBrk="0" hangingPunct="0">
              <a:spcBef>
                <a:spcPct val="30000"/>
              </a:spcBef>
              <a:defRPr sz="1100">
                <a:solidFill>
                  <a:schemeClr val="tx1"/>
                </a:solidFill>
                <a:latin typeface="Calibri" pitchFamily="34" charset="0"/>
                <a:cs typeface="Arial" charset="0"/>
              </a:defRPr>
            </a:lvl4pPr>
            <a:lvl5pPr marL="2138854" indent="-237650" algn="l" defTabSz="947302" eaLnBrk="0" hangingPunct="0">
              <a:spcBef>
                <a:spcPct val="30000"/>
              </a:spcBef>
              <a:defRPr sz="1100">
                <a:solidFill>
                  <a:schemeClr val="tx1"/>
                </a:solidFill>
                <a:latin typeface="Calibri" pitchFamily="34" charset="0"/>
                <a:cs typeface="Arial" charset="0"/>
              </a:defRPr>
            </a:lvl5pPr>
            <a:lvl6pPr marL="2614155" indent="-237650" defTabSz="947302" eaLnBrk="0" fontAlgn="base" hangingPunct="0">
              <a:spcBef>
                <a:spcPct val="30000"/>
              </a:spcBef>
              <a:spcAft>
                <a:spcPct val="0"/>
              </a:spcAft>
              <a:defRPr sz="1100">
                <a:solidFill>
                  <a:schemeClr val="tx1"/>
                </a:solidFill>
                <a:latin typeface="Calibri" pitchFamily="34" charset="0"/>
                <a:cs typeface="Arial" charset="0"/>
              </a:defRPr>
            </a:lvl6pPr>
            <a:lvl7pPr marL="3089456" indent="-237650" defTabSz="947302" eaLnBrk="0" fontAlgn="base" hangingPunct="0">
              <a:spcBef>
                <a:spcPct val="30000"/>
              </a:spcBef>
              <a:spcAft>
                <a:spcPct val="0"/>
              </a:spcAft>
              <a:defRPr sz="1100">
                <a:solidFill>
                  <a:schemeClr val="tx1"/>
                </a:solidFill>
                <a:latin typeface="Calibri" pitchFamily="34" charset="0"/>
                <a:cs typeface="Arial" charset="0"/>
              </a:defRPr>
            </a:lvl7pPr>
            <a:lvl8pPr marL="3564757" indent="-237650" defTabSz="947302" eaLnBrk="0" fontAlgn="base" hangingPunct="0">
              <a:spcBef>
                <a:spcPct val="30000"/>
              </a:spcBef>
              <a:spcAft>
                <a:spcPct val="0"/>
              </a:spcAft>
              <a:defRPr sz="1100">
                <a:solidFill>
                  <a:schemeClr val="tx1"/>
                </a:solidFill>
                <a:latin typeface="Calibri" pitchFamily="34" charset="0"/>
                <a:cs typeface="Arial" charset="0"/>
              </a:defRPr>
            </a:lvl8pPr>
            <a:lvl9pPr marL="4040057" indent="-237650" defTabSz="947302" eaLnBrk="0" fontAlgn="base" hangingPunct="0">
              <a:spcBef>
                <a:spcPct val="30000"/>
              </a:spcBef>
              <a:spcAft>
                <a:spcPct val="0"/>
              </a:spcAft>
              <a:defRPr sz="1100">
                <a:solidFill>
                  <a:schemeClr val="tx1"/>
                </a:solidFill>
                <a:latin typeface="Calibri" pitchFamily="34" charset="0"/>
                <a:cs typeface="Arial" charset="0"/>
              </a:defRPr>
            </a:lvl9pPr>
          </a:lstStyle>
          <a:p>
            <a:pPr algn="r" eaLnBrk="1" hangingPunct="1">
              <a:spcBef>
                <a:spcPct val="0"/>
              </a:spcBef>
            </a:pPr>
            <a:fld id="{FD19BF11-1EA0-4171-A54D-90FBCCAD9B72}" type="slidenum">
              <a:rPr lang="en-GB" altLang="fr-FR" smtClean="0"/>
              <a:pPr algn="r" eaLnBrk="1" hangingPunct="1">
                <a:spcBef>
                  <a:spcPct val="0"/>
                </a:spcBef>
              </a:pPr>
              <a:t>3</a:t>
            </a:fld>
            <a:endParaRPr lang="en-GB" altLang="fr-FR"/>
          </a:p>
        </p:txBody>
      </p:sp>
      <p:sp>
        <p:nvSpPr>
          <p:cNvPr id="23556" name="Rectangle 2"/>
          <p:cNvSpPr>
            <a:spLocks noGrp="1" noRot="1" noChangeAspect="1" noChangeArrowheads="1" noTextEdit="1"/>
          </p:cNvSpPr>
          <p:nvPr>
            <p:ph type="sldImg"/>
          </p:nvPr>
        </p:nvSpPr>
        <p:spPr>
          <a:ln/>
        </p:spPr>
      </p:sp>
      <p:sp>
        <p:nvSpPr>
          <p:cNvPr id="23557" name="Rectangle 3"/>
          <p:cNvSpPr>
            <a:spLocks noGrp="1" noChangeArrowheads="1"/>
          </p:cNvSpPr>
          <p:nvPr>
            <p:ph type="body" idx="1"/>
          </p:nvPr>
        </p:nvSpPr>
        <p:spPr>
          <a:noFill/>
        </p:spPr>
        <p:txBody>
          <a:bodyPr/>
          <a:lstStyle/>
          <a:p>
            <a:pPr eaLnBrk="1" hangingPunct="1"/>
            <a:endParaRPr lang="en-GB" altLang="fr-FR"/>
          </a:p>
        </p:txBody>
      </p:sp>
    </p:spTree>
    <p:extLst>
      <p:ext uri="{BB962C8B-B14F-4D97-AF65-F5344CB8AC3E}">
        <p14:creationId xmlns:p14="http://schemas.microsoft.com/office/powerpoint/2010/main" val="4088349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cid:image001.png@01D2E05A.83439AD0"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grpSp>
        <p:nvGrpSpPr>
          <p:cNvPr id="4" name="Group 267"/>
          <p:cNvGrpSpPr>
            <a:grpSpLocks/>
          </p:cNvGrpSpPr>
          <p:nvPr userDrawn="1"/>
        </p:nvGrpSpPr>
        <p:grpSpPr bwMode="auto">
          <a:xfrm>
            <a:off x="0" y="0"/>
            <a:ext cx="9902825" cy="6854825"/>
            <a:chOff x="6431" y="55"/>
            <a:chExt cx="6250" cy="4330"/>
          </a:xfrm>
        </p:grpSpPr>
        <p:sp>
          <p:nvSpPr>
            <p:cNvPr id="5" name="S_8"/>
            <p:cNvSpPr>
              <a:spLocks noChangeShapeType="1"/>
            </p:cNvSpPr>
            <p:nvPr userDrawn="1"/>
          </p:nvSpPr>
          <p:spPr bwMode="auto">
            <a:xfrm>
              <a:off x="6437" y="1247"/>
              <a:ext cx="6240"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6" name="S_9"/>
            <p:cNvSpPr>
              <a:spLocks noChangeShapeType="1"/>
            </p:cNvSpPr>
            <p:nvPr userDrawn="1"/>
          </p:nvSpPr>
          <p:spPr bwMode="auto">
            <a:xfrm>
              <a:off x="6432" y="969"/>
              <a:ext cx="6240"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7" name="S_10"/>
            <p:cNvSpPr>
              <a:spLocks noChangeShapeType="1"/>
            </p:cNvSpPr>
            <p:nvPr userDrawn="1"/>
          </p:nvSpPr>
          <p:spPr bwMode="auto">
            <a:xfrm>
              <a:off x="6432" y="3411"/>
              <a:ext cx="6240"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8" name="S_20"/>
            <p:cNvSpPr>
              <a:spLocks noChangeShapeType="1"/>
            </p:cNvSpPr>
            <p:nvPr userDrawn="1"/>
          </p:nvSpPr>
          <p:spPr bwMode="auto">
            <a:xfrm>
              <a:off x="12548" y="65"/>
              <a:ext cx="0" cy="432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9" name="S_21"/>
            <p:cNvSpPr>
              <a:spLocks noChangeShapeType="1"/>
            </p:cNvSpPr>
            <p:nvPr userDrawn="1"/>
          </p:nvSpPr>
          <p:spPr bwMode="auto">
            <a:xfrm>
              <a:off x="6432" y="580"/>
              <a:ext cx="6240"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 name="S_3"/>
            <p:cNvSpPr>
              <a:spLocks noChangeShapeType="1"/>
            </p:cNvSpPr>
            <p:nvPr userDrawn="1"/>
          </p:nvSpPr>
          <p:spPr bwMode="auto">
            <a:xfrm>
              <a:off x="6546" y="61"/>
              <a:ext cx="0" cy="432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1" name="S_21"/>
            <p:cNvSpPr>
              <a:spLocks noChangeShapeType="1"/>
            </p:cNvSpPr>
            <p:nvPr userDrawn="1"/>
          </p:nvSpPr>
          <p:spPr bwMode="auto">
            <a:xfrm>
              <a:off x="6437" y="58"/>
              <a:ext cx="6240"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2" name="S_21"/>
            <p:cNvSpPr>
              <a:spLocks noChangeShapeType="1"/>
            </p:cNvSpPr>
            <p:nvPr userDrawn="1"/>
          </p:nvSpPr>
          <p:spPr bwMode="auto">
            <a:xfrm flipV="1">
              <a:off x="6542" y="3532"/>
              <a:ext cx="932"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3" name="S_3"/>
            <p:cNvSpPr>
              <a:spLocks noChangeShapeType="1"/>
            </p:cNvSpPr>
            <p:nvPr userDrawn="1"/>
          </p:nvSpPr>
          <p:spPr bwMode="auto">
            <a:xfrm>
              <a:off x="6437" y="65"/>
              <a:ext cx="0" cy="432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4" name="S_3"/>
            <p:cNvSpPr>
              <a:spLocks noChangeShapeType="1"/>
            </p:cNvSpPr>
            <p:nvPr userDrawn="1"/>
          </p:nvSpPr>
          <p:spPr bwMode="auto">
            <a:xfrm>
              <a:off x="12675" y="55"/>
              <a:ext cx="0" cy="432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5" name="S_21"/>
            <p:cNvSpPr>
              <a:spLocks noChangeShapeType="1"/>
            </p:cNvSpPr>
            <p:nvPr userDrawn="1"/>
          </p:nvSpPr>
          <p:spPr bwMode="auto">
            <a:xfrm>
              <a:off x="6441" y="4379"/>
              <a:ext cx="6240"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6" name="S_9"/>
            <p:cNvSpPr>
              <a:spLocks noChangeShapeType="1"/>
            </p:cNvSpPr>
            <p:nvPr userDrawn="1"/>
          </p:nvSpPr>
          <p:spPr bwMode="auto">
            <a:xfrm>
              <a:off x="6431" y="1362"/>
              <a:ext cx="6240"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7" name="S_21"/>
            <p:cNvSpPr>
              <a:spLocks noChangeShapeType="1"/>
            </p:cNvSpPr>
            <p:nvPr userDrawn="1"/>
          </p:nvSpPr>
          <p:spPr bwMode="auto">
            <a:xfrm flipV="1">
              <a:off x="6542" y="4214"/>
              <a:ext cx="6128"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grpSp>
      <p:sp>
        <p:nvSpPr>
          <p:cNvPr id="18" name="Rectangle 228"/>
          <p:cNvSpPr>
            <a:spLocks noChangeArrowheads="1"/>
          </p:cNvSpPr>
          <p:nvPr userDrawn="1"/>
        </p:nvSpPr>
        <p:spPr bwMode="auto">
          <a:xfrm>
            <a:off x="-15875" y="-33338"/>
            <a:ext cx="9942513" cy="6913563"/>
          </a:xfrm>
          <a:prstGeom prst="rect">
            <a:avLst/>
          </a:prstGeom>
          <a:solidFill>
            <a:schemeClr val="bg1"/>
          </a:solidFill>
          <a:ln>
            <a:noFill/>
          </a:ln>
          <a:effectLst/>
          <a:extLs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800">
                <a:solidFill>
                  <a:srgbClr val="A5003E"/>
                </a:solidFill>
                <a:latin typeface="Arial" charset="0"/>
                <a:cs typeface="Arial" charset="0"/>
              </a:defRPr>
            </a:lvl1pPr>
            <a:lvl2pPr marL="742950" indent="-285750" eaLnBrk="0" hangingPunct="0">
              <a:defRPr sz="800">
                <a:solidFill>
                  <a:srgbClr val="A5003E"/>
                </a:solidFill>
                <a:latin typeface="Arial" charset="0"/>
                <a:cs typeface="Arial" charset="0"/>
              </a:defRPr>
            </a:lvl2pPr>
            <a:lvl3pPr marL="1143000" indent="-228600" eaLnBrk="0" hangingPunct="0">
              <a:defRPr sz="800">
                <a:solidFill>
                  <a:srgbClr val="A5003E"/>
                </a:solidFill>
                <a:latin typeface="Arial" charset="0"/>
                <a:cs typeface="Arial" charset="0"/>
              </a:defRPr>
            </a:lvl3pPr>
            <a:lvl4pPr marL="1600200" indent="-228600" eaLnBrk="0" hangingPunct="0">
              <a:defRPr sz="800">
                <a:solidFill>
                  <a:srgbClr val="A5003E"/>
                </a:solidFill>
                <a:latin typeface="Arial" charset="0"/>
                <a:cs typeface="Arial" charset="0"/>
              </a:defRPr>
            </a:lvl4pPr>
            <a:lvl5pPr marL="2057400" indent="-228600" eaLnBrk="0" hangingPunct="0">
              <a:defRPr sz="800">
                <a:solidFill>
                  <a:srgbClr val="A5003E"/>
                </a:solidFill>
                <a:latin typeface="Arial" charset="0"/>
                <a:cs typeface="Arial" charset="0"/>
              </a:defRPr>
            </a:lvl5pPr>
            <a:lvl6pPr marL="2514600" indent="-228600" algn="ctr" eaLnBrk="0" fontAlgn="base" hangingPunct="0">
              <a:spcBef>
                <a:spcPct val="0"/>
              </a:spcBef>
              <a:spcAft>
                <a:spcPct val="0"/>
              </a:spcAft>
              <a:defRPr sz="800">
                <a:solidFill>
                  <a:srgbClr val="A5003E"/>
                </a:solidFill>
                <a:latin typeface="Arial" charset="0"/>
                <a:cs typeface="Arial" charset="0"/>
              </a:defRPr>
            </a:lvl6pPr>
            <a:lvl7pPr marL="2971800" indent="-228600" algn="ctr" eaLnBrk="0" fontAlgn="base" hangingPunct="0">
              <a:spcBef>
                <a:spcPct val="0"/>
              </a:spcBef>
              <a:spcAft>
                <a:spcPct val="0"/>
              </a:spcAft>
              <a:defRPr sz="800">
                <a:solidFill>
                  <a:srgbClr val="A5003E"/>
                </a:solidFill>
                <a:latin typeface="Arial" charset="0"/>
                <a:cs typeface="Arial" charset="0"/>
              </a:defRPr>
            </a:lvl7pPr>
            <a:lvl8pPr marL="3429000" indent="-228600" algn="ctr" eaLnBrk="0" fontAlgn="base" hangingPunct="0">
              <a:spcBef>
                <a:spcPct val="0"/>
              </a:spcBef>
              <a:spcAft>
                <a:spcPct val="0"/>
              </a:spcAft>
              <a:defRPr sz="800">
                <a:solidFill>
                  <a:srgbClr val="A5003E"/>
                </a:solidFill>
                <a:latin typeface="Arial" charset="0"/>
                <a:cs typeface="Arial" charset="0"/>
              </a:defRPr>
            </a:lvl8pPr>
            <a:lvl9pPr marL="3886200" indent="-228600" algn="ctr" eaLnBrk="0" fontAlgn="base" hangingPunct="0">
              <a:spcBef>
                <a:spcPct val="0"/>
              </a:spcBef>
              <a:spcAft>
                <a:spcPct val="0"/>
              </a:spcAft>
              <a:defRPr sz="800">
                <a:solidFill>
                  <a:srgbClr val="A5003E"/>
                </a:solidFill>
                <a:latin typeface="Arial" charset="0"/>
                <a:cs typeface="Arial" charset="0"/>
              </a:defRPr>
            </a:lvl9pPr>
          </a:lstStyle>
          <a:p>
            <a:pPr eaLnBrk="1" hangingPunct="1">
              <a:defRPr/>
            </a:pPr>
            <a:endParaRPr lang="fr-FR" altLang="fr-FR"/>
          </a:p>
        </p:txBody>
      </p:sp>
      <p:sp>
        <p:nvSpPr>
          <p:cNvPr id="254978" name="Rectangle 2"/>
          <p:cNvSpPr>
            <a:spLocks noGrp="1" noChangeArrowheads="1"/>
          </p:cNvSpPr>
          <p:nvPr>
            <p:ph type="ctrTitle"/>
          </p:nvPr>
        </p:nvSpPr>
        <p:spPr>
          <a:xfrm>
            <a:off x="160338" y="84138"/>
            <a:ext cx="9525000" cy="1524000"/>
          </a:xfrm>
        </p:spPr>
        <p:txBody>
          <a:bodyPr tIns="45720" rIns="91440" bIns="45720" anchor="b"/>
          <a:lstStyle>
            <a:lvl1pPr>
              <a:lnSpc>
                <a:spcPct val="80000"/>
              </a:lnSpc>
              <a:defRPr sz="5200">
                <a:solidFill>
                  <a:srgbClr val="899BA9"/>
                </a:solidFill>
              </a:defRPr>
            </a:lvl1pPr>
          </a:lstStyle>
          <a:p>
            <a:pPr lvl="0"/>
            <a:r>
              <a:rPr lang="fr-FR" altLang="fr-FR" noProof="0"/>
              <a:t>Titre du powerpoint sur deux lignes</a:t>
            </a:r>
          </a:p>
        </p:txBody>
      </p:sp>
      <p:sp>
        <p:nvSpPr>
          <p:cNvPr id="254979" name="Rectangle 3"/>
          <p:cNvSpPr>
            <a:spLocks noGrp="1" noChangeArrowheads="1"/>
          </p:cNvSpPr>
          <p:nvPr>
            <p:ph type="subTitle" idx="1"/>
          </p:nvPr>
        </p:nvSpPr>
        <p:spPr>
          <a:xfrm>
            <a:off x="160338" y="1571625"/>
            <a:ext cx="9525000" cy="428625"/>
          </a:xfrm>
        </p:spPr>
        <p:txBody>
          <a:bodyPr tIns="45720" rIns="91440" bIns="45720" anchor="b"/>
          <a:lstStyle>
            <a:lvl1pPr>
              <a:spcBef>
                <a:spcPct val="10000"/>
              </a:spcBef>
              <a:defRPr sz="2500" b="0">
                <a:solidFill>
                  <a:srgbClr val="899BA9"/>
                </a:solidFill>
              </a:defRPr>
            </a:lvl1pPr>
          </a:lstStyle>
          <a:p>
            <a:pPr lvl="0"/>
            <a:r>
              <a:rPr lang="fr-FR" altLang="fr-FR" noProof="0"/>
              <a:t>Sous-titre du powerpoint</a:t>
            </a:r>
          </a:p>
        </p:txBody>
      </p:sp>
    </p:spTree>
    <p:extLst>
      <p:ext uri="{BB962C8B-B14F-4D97-AF65-F5344CB8AC3E}">
        <p14:creationId xmlns:p14="http://schemas.microsoft.com/office/powerpoint/2010/main" val="2069521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1640540" y="1412720"/>
            <a:ext cx="7119937" cy="4581525"/>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dt" sz="half" idx="10"/>
          </p:nvPr>
        </p:nvSpPr>
        <p:spPr>
          <a:ln/>
        </p:spPr>
        <p:txBody>
          <a:bodyPr/>
          <a:lstStyle>
            <a:lvl1pPr>
              <a:defRPr/>
            </a:lvl1pPr>
          </a:lstStyle>
          <a:p>
            <a:pPr>
              <a:defRPr/>
            </a:pPr>
            <a:r>
              <a:rPr lang="fr-FR" altLang="fr-FR" dirty="0"/>
              <a:t>Novembre 2014</a:t>
            </a:r>
          </a:p>
        </p:txBody>
      </p:sp>
      <p:sp>
        <p:nvSpPr>
          <p:cNvPr id="5" name="Rectangle 7"/>
          <p:cNvSpPr>
            <a:spLocks noGrp="1" noChangeArrowheads="1"/>
          </p:cNvSpPr>
          <p:nvPr>
            <p:ph type="sldNum" sz="quarter" idx="11"/>
          </p:nvPr>
        </p:nvSpPr>
        <p:spPr>
          <a:ln/>
        </p:spPr>
        <p:txBody>
          <a:bodyPr/>
          <a:lstStyle>
            <a:lvl1pPr>
              <a:defRPr/>
            </a:lvl1pPr>
          </a:lstStyle>
          <a:p>
            <a:pPr>
              <a:defRPr/>
            </a:pPr>
            <a:fld id="{94F33B50-38F9-458A-91DB-089A1095885F}" type="slidenum">
              <a:rPr lang="fr-FR" altLang="fr-FR"/>
              <a:pPr>
                <a:defRPr/>
              </a:pPr>
              <a:t>‹N°›</a:t>
            </a:fld>
            <a:endParaRPr lang="fr-FR" altLang="fr-FR"/>
          </a:p>
        </p:txBody>
      </p:sp>
      <p:pic>
        <p:nvPicPr>
          <p:cNvPr id="1026" name="Image 1" descr="cid:image001.png@01D29DA5.8021F740"/>
          <p:cNvPicPr>
            <a:picLocks noChangeAspect="1" noChangeArrowheads="1"/>
          </p:cNvPicPr>
          <p:nvPr userDrawn="1"/>
        </p:nvPicPr>
        <p:blipFill>
          <a:blip r:embed="rId2" r:link="rId3">
            <a:extLst>
              <a:ext uri="{28A0092B-C50C-407E-A947-70E740481C1C}">
                <a14:useLocalDpi xmlns:a14="http://schemas.microsoft.com/office/drawing/2010/main" val="0"/>
              </a:ext>
            </a:extLst>
          </a:blip>
          <a:srcRect/>
          <a:stretch>
            <a:fillRect/>
          </a:stretch>
        </p:blipFill>
        <p:spPr bwMode="auto">
          <a:xfrm>
            <a:off x="7905410" y="6432675"/>
            <a:ext cx="11557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9643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82638" y="4406900"/>
            <a:ext cx="8420100" cy="1362075"/>
          </a:xfrm>
        </p:spPr>
        <p:txBody>
          <a:bodyPr/>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Rectangle 6"/>
          <p:cNvSpPr>
            <a:spLocks noGrp="1" noChangeArrowheads="1"/>
          </p:cNvSpPr>
          <p:nvPr>
            <p:ph type="dt" sz="half" idx="10"/>
          </p:nvPr>
        </p:nvSpPr>
        <p:spPr>
          <a:ln/>
        </p:spPr>
        <p:txBody>
          <a:bodyPr/>
          <a:lstStyle>
            <a:lvl1pPr>
              <a:defRPr/>
            </a:lvl1pPr>
          </a:lstStyle>
          <a:p>
            <a:pPr>
              <a:defRPr/>
            </a:pPr>
            <a:r>
              <a:rPr lang="fr-FR" altLang="fr-FR" dirty="0"/>
              <a:t>Novembre 2014</a:t>
            </a:r>
          </a:p>
        </p:txBody>
      </p:sp>
      <p:sp>
        <p:nvSpPr>
          <p:cNvPr id="5" name="Rectangle 7"/>
          <p:cNvSpPr>
            <a:spLocks noGrp="1" noChangeArrowheads="1"/>
          </p:cNvSpPr>
          <p:nvPr>
            <p:ph type="sldNum" sz="quarter" idx="11"/>
          </p:nvPr>
        </p:nvSpPr>
        <p:spPr>
          <a:ln/>
        </p:spPr>
        <p:txBody>
          <a:bodyPr/>
          <a:lstStyle>
            <a:lvl1pPr>
              <a:defRPr/>
            </a:lvl1pPr>
          </a:lstStyle>
          <a:p>
            <a:pPr>
              <a:defRPr/>
            </a:pPr>
            <a:fld id="{D54FE775-66DE-45B4-9185-FBC28382BB16}" type="slidenum">
              <a:rPr lang="fr-FR" altLang="fr-FR"/>
              <a:pPr>
                <a:defRPr/>
              </a:pPr>
              <a:t>‹N°›</a:t>
            </a:fld>
            <a:endParaRPr lang="fr-FR" altLang="fr-FR"/>
          </a:p>
        </p:txBody>
      </p:sp>
    </p:spTree>
    <p:extLst>
      <p:ext uri="{BB962C8B-B14F-4D97-AF65-F5344CB8AC3E}">
        <p14:creationId xmlns:p14="http://schemas.microsoft.com/office/powerpoint/2010/main" val="352237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2576513" y="1752600"/>
            <a:ext cx="3482975" cy="4581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203951" y="1706453"/>
            <a:ext cx="3484562" cy="4581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6"/>
          <p:cNvSpPr>
            <a:spLocks noGrp="1" noChangeArrowheads="1"/>
          </p:cNvSpPr>
          <p:nvPr>
            <p:ph type="dt" sz="half" idx="10"/>
          </p:nvPr>
        </p:nvSpPr>
        <p:spPr>
          <a:ln/>
        </p:spPr>
        <p:txBody>
          <a:bodyPr/>
          <a:lstStyle>
            <a:lvl1pPr>
              <a:defRPr/>
            </a:lvl1pPr>
          </a:lstStyle>
          <a:p>
            <a:pPr>
              <a:defRPr/>
            </a:pPr>
            <a:r>
              <a:rPr lang="fr-FR" altLang="fr-FR" dirty="0"/>
              <a:t>Novembre 2014</a:t>
            </a:r>
          </a:p>
        </p:txBody>
      </p:sp>
      <p:sp>
        <p:nvSpPr>
          <p:cNvPr id="6" name="Rectangle 7"/>
          <p:cNvSpPr>
            <a:spLocks noGrp="1" noChangeArrowheads="1"/>
          </p:cNvSpPr>
          <p:nvPr>
            <p:ph type="sldNum" sz="quarter" idx="11"/>
          </p:nvPr>
        </p:nvSpPr>
        <p:spPr>
          <a:ln/>
        </p:spPr>
        <p:txBody>
          <a:bodyPr/>
          <a:lstStyle>
            <a:lvl1pPr>
              <a:defRPr/>
            </a:lvl1pPr>
          </a:lstStyle>
          <a:p>
            <a:pPr>
              <a:defRPr/>
            </a:pPr>
            <a:fld id="{D229B2D8-3F65-4F69-B02D-544A3BE9354E}" type="slidenum">
              <a:rPr lang="fr-FR" altLang="fr-FR"/>
              <a:pPr>
                <a:defRPr/>
              </a:pPr>
              <a:t>‹N°›</a:t>
            </a:fld>
            <a:endParaRPr lang="fr-FR" altLang="fr-FR"/>
          </a:p>
        </p:txBody>
      </p:sp>
    </p:spTree>
    <p:extLst>
      <p:ext uri="{BB962C8B-B14F-4D97-AF65-F5344CB8AC3E}">
        <p14:creationId xmlns:p14="http://schemas.microsoft.com/office/powerpoint/2010/main" val="2880350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95300" y="274638"/>
            <a:ext cx="8915400" cy="1143000"/>
          </a:xfrm>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6"/>
          <p:cNvSpPr>
            <a:spLocks noGrp="1" noChangeArrowheads="1"/>
          </p:cNvSpPr>
          <p:nvPr>
            <p:ph type="dt" sz="half" idx="10"/>
          </p:nvPr>
        </p:nvSpPr>
        <p:spPr>
          <a:ln/>
        </p:spPr>
        <p:txBody>
          <a:bodyPr/>
          <a:lstStyle>
            <a:lvl1pPr>
              <a:defRPr/>
            </a:lvl1pPr>
          </a:lstStyle>
          <a:p>
            <a:pPr>
              <a:defRPr/>
            </a:pPr>
            <a:r>
              <a:rPr lang="fr-FR" altLang="fr-FR" dirty="0"/>
              <a:t>Novembre 2014</a:t>
            </a:r>
          </a:p>
        </p:txBody>
      </p:sp>
      <p:sp>
        <p:nvSpPr>
          <p:cNvPr id="8" name="Rectangle 7"/>
          <p:cNvSpPr>
            <a:spLocks noGrp="1" noChangeArrowheads="1"/>
          </p:cNvSpPr>
          <p:nvPr>
            <p:ph type="sldNum" sz="quarter" idx="11"/>
          </p:nvPr>
        </p:nvSpPr>
        <p:spPr>
          <a:ln/>
        </p:spPr>
        <p:txBody>
          <a:bodyPr/>
          <a:lstStyle>
            <a:lvl1pPr>
              <a:defRPr/>
            </a:lvl1pPr>
          </a:lstStyle>
          <a:p>
            <a:pPr>
              <a:defRPr/>
            </a:pPr>
            <a:fld id="{E5CCA663-1173-4BE8-8262-FEE3A1A8A177}" type="slidenum">
              <a:rPr lang="fr-FR" altLang="fr-FR"/>
              <a:pPr>
                <a:defRPr/>
              </a:pPr>
              <a:t>‹N°›</a:t>
            </a:fld>
            <a:endParaRPr lang="fr-FR" altLang="fr-FR"/>
          </a:p>
        </p:txBody>
      </p:sp>
    </p:spTree>
    <p:extLst>
      <p:ext uri="{BB962C8B-B14F-4D97-AF65-F5344CB8AC3E}">
        <p14:creationId xmlns:p14="http://schemas.microsoft.com/office/powerpoint/2010/main" val="3262670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Rectangle 6"/>
          <p:cNvSpPr>
            <a:spLocks noGrp="1" noChangeArrowheads="1"/>
          </p:cNvSpPr>
          <p:nvPr>
            <p:ph type="dt" sz="half" idx="10"/>
          </p:nvPr>
        </p:nvSpPr>
        <p:spPr>
          <a:ln/>
        </p:spPr>
        <p:txBody>
          <a:bodyPr/>
          <a:lstStyle>
            <a:lvl1pPr>
              <a:defRPr/>
            </a:lvl1pPr>
          </a:lstStyle>
          <a:p>
            <a:pPr>
              <a:defRPr/>
            </a:pPr>
            <a:r>
              <a:rPr lang="fr-FR" altLang="fr-FR" dirty="0"/>
              <a:t>Mai 2015</a:t>
            </a:r>
          </a:p>
        </p:txBody>
      </p:sp>
      <p:sp>
        <p:nvSpPr>
          <p:cNvPr id="4" name="Rectangle 7"/>
          <p:cNvSpPr>
            <a:spLocks noGrp="1" noChangeArrowheads="1"/>
          </p:cNvSpPr>
          <p:nvPr>
            <p:ph type="sldNum" sz="quarter" idx="11"/>
          </p:nvPr>
        </p:nvSpPr>
        <p:spPr>
          <a:ln/>
        </p:spPr>
        <p:txBody>
          <a:bodyPr/>
          <a:lstStyle>
            <a:lvl1pPr>
              <a:defRPr/>
            </a:lvl1pPr>
          </a:lstStyle>
          <a:p>
            <a:pPr>
              <a:defRPr/>
            </a:pPr>
            <a:fld id="{733FADA7-465C-4B08-ADB5-ACA6BABED4DE}" type="slidenum">
              <a:rPr lang="fr-FR" altLang="fr-FR"/>
              <a:pPr>
                <a:defRPr/>
              </a:pPr>
              <a:t>‹N°›</a:t>
            </a:fld>
            <a:endParaRPr lang="fr-FR" altLang="fr-FR" dirty="0"/>
          </a:p>
        </p:txBody>
      </p:sp>
    </p:spTree>
    <p:extLst>
      <p:ext uri="{BB962C8B-B14F-4D97-AF65-F5344CB8AC3E}">
        <p14:creationId xmlns:p14="http://schemas.microsoft.com/office/powerpoint/2010/main" val="329305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r>
              <a:rPr lang="fr-FR" altLang="fr-FR" dirty="0"/>
              <a:t>Novembre 2014</a:t>
            </a:r>
          </a:p>
        </p:txBody>
      </p:sp>
      <p:sp>
        <p:nvSpPr>
          <p:cNvPr id="3" name="Rectangle 7"/>
          <p:cNvSpPr>
            <a:spLocks noGrp="1" noChangeArrowheads="1"/>
          </p:cNvSpPr>
          <p:nvPr>
            <p:ph type="sldNum" sz="quarter" idx="11"/>
          </p:nvPr>
        </p:nvSpPr>
        <p:spPr>
          <a:ln/>
        </p:spPr>
        <p:txBody>
          <a:bodyPr/>
          <a:lstStyle>
            <a:lvl1pPr>
              <a:defRPr/>
            </a:lvl1pPr>
          </a:lstStyle>
          <a:p>
            <a:pPr>
              <a:defRPr/>
            </a:pPr>
            <a:fld id="{C51AC69D-16C1-44EB-BB4F-49FDEE09CBCF}" type="slidenum">
              <a:rPr lang="fr-FR" altLang="fr-FR"/>
              <a:pPr>
                <a:defRPr/>
              </a:pPr>
              <a:t>‹N°›</a:t>
            </a:fld>
            <a:endParaRPr lang="fr-FR" altLang="fr-FR"/>
          </a:p>
        </p:txBody>
      </p:sp>
    </p:spTree>
    <p:extLst>
      <p:ext uri="{BB962C8B-B14F-4D97-AF65-F5344CB8AC3E}">
        <p14:creationId xmlns:p14="http://schemas.microsoft.com/office/powerpoint/2010/main" val="3824147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95300" y="273050"/>
            <a:ext cx="3259138"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6"/>
          <p:cNvSpPr>
            <a:spLocks noGrp="1" noChangeArrowheads="1"/>
          </p:cNvSpPr>
          <p:nvPr>
            <p:ph type="dt" sz="half" idx="10"/>
          </p:nvPr>
        </p:nvSpPr>
        <p:spPr>
          <a:ln/>
        </p:spPr>
        <p:txBody>
          <a:bodyPr/>
          <a:lstStyle>
            <a:lvl1pPr>
              <a:defRPr/>
            </a:lvl1pPr>
          </a:lstStyle>
          <a:p>
            <a:pPr>
              <a:defRPr/>
            </a:pPr>
            <a:r>
              <a:rPr lang="fr-FR" altLang="fr-FR" dirty="0"/>
              <a:t>Novembre 2014</a:t>
            </a:r>
          </a:p>
        </p:txBody>
      </p:sp>
      <p:sp>
        <p:nvSpPr>
          <p:cNvPr id="6" name="Rectangle 7"/>
          <p:cNvSpPr>
            <a:spLocks noGrp="1" noChangeArrowheads="1"/>
          </p:cNvSpPr>
          <p:nvPr>
            <p:ph type="sldNum" sz="quarter" idx="11"/>
          </p:nvPr>
        </p:nvSpPr>
        <p:spPr>
          <a:ln/>
        </p:spPr>
        <p:txBody>
          <a:bodyPr/>
          <a:lstStyle>
            <a:lvl1pPr>
              <a:defRPr/>
            </a:lvl1pPr>
          </a:lstStyle>
          <a:p>
            <a:pPr>
              <a:defRPr/>
            </a:pPr>
            <a:fld id="{A3AFB5FC-7256-448F-A35C-866F783478E0}" type="slidenum">
              <a:rPr lang="fr-FR" altLang="fr-FR"/>
              <a:pPr>
                <a:defRPr/>
              </a:pPr>
              <a:t>‹N°›</a:t>
            </a:fld>
            <a:endParaRPr lang="fr-FR" altLang="fr-FR"/>
          </a:p>
        </p:txBody>
      </p:sp>
    </p:spTree>
    <p:extLst>
      <p:ext uri="{BB962C8B-B14F-4D97-AF65-F5344CB8AC3E}">
        <p14:creationId xmlns:p14="http://schemas.microsoft.com/office/powerpoint/2010/main" val="1501818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941513" y="4800600"/>
            <a:ext cx="59436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6"/>
          <p:cNvSpPr>
            <a:spLocks noGrp="1" noChangeArrowheads="1"/>
          </p:cNvSpPr>
          <p:nvPr>
            <p:ph type="dt" sz="half" idx="10"/>
          </p:nvPr>
        </p:nvSpPr>
        <p:spPr>
          <a:ln/>
        </p:spPr>
        <p:txBody>
          <a:bodyPr/>
          <a:lstStyle>
            <a:lvl1pPr>
              <a:defRPr/>
            </a:lvl1pPr>
          </a:lstStyle>
          <a:p>
            <a:pPr>
              <a:defRPr/>
            </a:pPr>
            <a:r>
              <a:rPr lang="fr-FR" altLang="fr-FR" dirty="0"/>
              <a:t>Novembre 2014</a:t>
            </a:r>
          </a:p>
        </p:txBody>
      </p:sp>
      <p:sp>
        <p:nvSpPr>
          <p:cNvPr id="6" name="Rectangle 7"/>
          <p:cNvSpPr>
            <a:spLocks noGrp="1" noChangeArrowheads="1"/>
          </p:cNvSpPr>
          <p:nvPr>
            <p:ph type="sldNum" sz="quarter" idx="11"/>
          </p:nvPr>
        </p:nvSpPr>
        <p:spPr>
          <a:ln/>
        </p:spPr>
        <p:txBody>
          <a:bodyPr/>
          <a:lstStyle>
            <a:lvl1pPr>
              <a:defRPr/>
            </a:lvl1pPr>
          </a:lstStyle>
          <a:p>
            <a:pPr>
              <a:defRPr/>
            </a:pPr>
            <a:fld id="{A1C8313B-0B69-4F7B-A59F-9CDA19B39E70}" type="slidenum">
              <a:rPr lang="fr-FR" altLang="fr-FR"/>
              <a:pPr>
                <a:defRPr/>
              </a:pPr>
              <a:t>‹N°›</a:t>
            </a:fld>
            <a:endParaRPr lang="fr-FR" altLang="fr-FR"/>
          </a:p>
        </p:txBody>
      </p:sp>
    </p:spTree>
    <p:extLst>
      <p:ext uri="{BB962C8B-B14F-4D97-AF65-F5344CB8AC3E}">
        <p14:creationId xmlns:p14="http://schemas.microsoft.com/office/powerpoint/2010/main" val="498838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dt" sz="half" idx="10"/>
          </p:nvPr>
        </p:nvSpPr>
        <p:spPr>
          <a:ln/>
        </p:spPr>
        <p:txBody>
          <a:bodyPr/>
          <a:lstStyle>
            <a:lvl1pPr>
              <a:defRPr/>
            </a:lvl1pPr>
          </a:lstStyle>
          <a:p>
            <a:pPr>
              <a:defRPr/>
            </a:pPr>
            <a:r>
              <a:rPr lang="fr-FR" altLang="fr-FR" dirty="0"/>
              <a:t>Novembre 2014</a:t>
            </a:r>
          </a:p>
        </p:txBody>
      </p:sp>
      <p:sp>
        <p:nvSpPr>
          <p:cNvPr id="5" name="Rectangle 7"/>
          <p:cNvSpPr>
            <a:spLocks noGrp="1" noChangeArrowheads="1"/>
          </p:cNvSpPr>
          <p:nvPr>
            <p:ph type="sldNum" sz="quarter" idx="11"/>
          </p:nvPr>
        </p:nvSpPr>
        <p:spPr>
          <a:ln/>
        </p:spPr>
        <p:txBody>
          <a:bodyPr/>
          <a:lstStyle>
            <a:lvl1pPr>
              <a:defRPr/>
            </a:lvl1pPr>
          </a:lstStyle>
          <a:p>
            <a:pPr>
              <a:defRPr/>
            </a:pPr>
            <a:fld id="{F4EF8342-DA77-45E1-B1D8-0CAFCA5AEE07}" type="slidenum">
              <a:rPr lang="fr-FR" altLang="fr-FR"/>
              <a:pPr>
                <a:defRPr/>
              </a:pPr>
              <a:t>‹N°›</a:t>
            </a:fld>
            <a:endParaRPr lang="fr-FR" altLang="fr-FR"/>
          </a:p>
        </p:txBody>
      </p:sp>
    </p:spTree>
    <p:extLst>
      <p:ext uri="{BB962C8B-B14F-4D97-AF65-F5344CB8AC3E}">
        <p14:creationId xmlns:p14="http://schemas.microsoft.com/office/powerpoint/2010/main" val="2262327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359650" y="115888"/>
            <a:ext cx="2336800" cy="6218237"/>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344488" y="115888"/>
            <a:ext cx="6862762" cy="6218237"/>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6"/>
          <p:cNvSpPr>
            <a:spLocks noGrp="1" noChangeArrowheads="1"/>
          </p:cNvSpPr>
          <p:nvPr>
            <p:ph type="dt" sz="half" idx="10"/>
          </p:nvPr>
        </p:nvSpPr>
        <p:spPr>
          <a:ln/>
        </p:spPr>
        <p:txBody>
          <a:bodyPr/>
          <a:lstStyle>
            <a:lvl1pPr>
              <a:defRPr/>
            </a:lvl1pPr>
          </a:lstStyle>
          <a:p>
            <a:pPr>
              <a:defRPr/>
            </a:pPr>
            <a:r>
              <a:rPr lang="fr-FR" altLang="fr-FR" dirty="0"/>
              <a:t>Novembre 2014</a:t>
            </a:r>
          </a:p>
        </p:txBody>
      </p:sp>
      <p:sp>
        <p:nvSpPr>
          <p:cNvPr id="5" name="Rectangle 7"/>
          <p:cNvSpPr>
            <a:spLocks noGrp="1" noChangeArrowheads="1"/>
          </p:cNvSpPr>
          <p:nvPr>
            <p:ph type="sldNum" sz="quarter" idx="11"/>
          </p:nvPr>
        </p:nvSpPr>
        <p:spPr>
          <a:ln/>
        </p:spPr>
        <p:txBody>
          <a:bodyPr/>
          <a:lstStyle>
            <a:lvl1pPr>
              <a:defRPr/>
            </a:lvl1pPr>
          </a:lstStyle>
          <a:p>
            <a:pPr>
              <a:defRPr/>
            </a:pPr>
            <a:fld id="{EA99B8EB-91D4-41E2-B66D-B88E0333EBB2}" type="slidenum">
              <a:rPr lang="fr-FR" altLang="fr-FR"/>
              <a:pPr>
                <a:defRPr/>
              </a:pPr>
              <a:t>‹N°›</a:t>
            </a:fld>
            <a:endParaRPr lang="fr-FR" altLang="fr-FR"/>
          </a:p>
        </p:txBody>
      </p:sp>
    </p:spTree>
    <p:extLst>
      <p:ext uri="{BB962C8B-B14F-4D97-AF65-F5344CB8AC3E}">
        <p14:creationId xmlns:p14="http://schemas.microsoft.com/office/powerpoint/2010/main" val="1897911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742950" y="2130425"/>
            <a:ext cx="8420100" cy="1470025"/>
          </a:xfrm>
        </p:spPr>
        <p:txBody>
          <a:bodyPr/>
          <a:lstStyle/>
          <a:p>
            <a:r>
              <a:rPr lang="fr-FR"/>
              <a:t>Modifiez le style du titre</a:t>
            </a:r>
          </a:p>
        </p:txBody>
      </p:sp>
      <p:sp>
        <p:nvSpPr>
          <p:cNvPr id="3" name="Sous-titr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72FC4A91-4B8B-46AA-B9A7-B56E0DA8AF5A}" type="datetimeFigureOut">
              <a:rPr lang="fr-FR" smtClean="0"/>
              <a:t>12/01/2021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68BB1D2-DF0C-4E25-9B3B-8F25D7D6C4AA}" type="slidenum">
              <a:rPr lang="fr-FR" smtClean="0"/>
              <a:t>‹N°›</a:t>
            </a:fld>
            <a:endParaRPr lang="fr-FR"/>
          </a:p>
        </p:txBody>
      </p:sp>
    </p:spTree>
    <p:extLst>
      <p:ext uri="{BB962C8B-B14F-4D97-AF65-F5344CB8AC3E}">
        <p14:creationId xmlns:p14="http://schemas.microsoft.com/office/powerpoint/2010/main" val="41665087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2FC4A91-4B8B-46AA-B9A7-B56E0DA8AF5A}" type="datetimeFigureOut">
              <a:rPr lang="fr-FR" smtClean="0"/>
              <a:t>12/01/2021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68BB1D2-DF0C-4E25-9B3B-8F25D7D6C4AA}" type="slidenum">
              <a:rPr lang="fr-FR" smtClean="0"/>
              <a:t>‹N°›</a:t>
            </a:fld>
            <a:endParaRPr lang="fr-FR"/>
          </a:p>
        </p:txBody>
      </p:sp>
    </p:spTree>
    <p:extLst>
      <p:ext uri="{BB962C8B-B14F-4D97-AF65-F5344CB8AC3E}">
        <p14:creationId xmlns:p14="http://schemas.microsoft.com/office/powerpoint/2010/main" val="1041098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82638" y="4406900"/>
            <a:ext cx="84201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82638"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72FC4A91-4B8B-46AA-B9A7-B56E0DA8AF5A}" type="datetimeFigureOut">
              <a:rPr lang="fr-FR" smtClean="0"/>
              <a:t>12/01/2021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68BB1D2-DF0C-4E25-9B3B-8F25D7D6C4AA}" type="slidenum">
              <a:rPr lang="fr-FR" smtClean="0"/>
              <a:t>‹N°›</a:t>
            </a:fld>
            <a:endParaRPr lang="fr-FR"/>
          </a:p>
        </p:txBody>
      </p:sp>
    </p:spTree>
    <p:extLst>
      <p:ext uri="{BB962C8B-B14F-4D97-AF65-F5344CB8AC3E}">
        <p14:creationId xmlns:p14="http://schemas.microsoft.com/office/powerpoint/2010/main" val="6559874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953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0292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2FC4A91-4B8B-46AA-B9A7-B56E0DA8AF5A}" type="datetimeFigureOut">
              <a:rPr lang="fr-FR" smtClean="0"/>
              <a:t>12/01/2021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68BB1D2-DF0C-4E25-9B3B-8F25D7D6C4AA}" type="slidenum">
              <a:rPr lang="fr-FR" smtClean="0"/>
              <a:t>‹N°›</a:t>
            </a:fld>
            <a:endParaRPr lang="fr-FR"/>
          </a:p>
        </p:txBody>
      </p:sp>
    </p:spTree>
    <p:extLst>
      <p:ext uri="{BB962C8B-B14F-4D97-AF65-F5344CB8AC3E}">
        <p14:creationId xmlns:p14="http://schemas.microsoft.com/office/powerpoint/2010/main" val="34809613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2FC4A91-4B8B-46AA-B9A7-B56E0DA8AF5A}" type="datetimeFigureOut">
              <a:rPr lang="fr-FR" smtClean="0"/>
              <a:t>12/01/2021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468BB1D2-DF0C-4E25-9B3B-8F25D7D6C4AA}" type="slidenum">
              <a:rPr lang="fr-FR" smtClean="0"/>
              <a:t>‹N°›</a:t>
            </a:fld>
            <a:endParaRPr lang="fr-FR"/>
          </a:p>
        </p:txBody>
      </p:sp>
    </p:spTree>
    <p:extLst>
      <p:ext uri="{BB962C8B-B14F-4D97-AF65-F5344CB8AC3E}">
        <p14:creationId xmlns:p14="http://schemas.microsoft.com/office/powerpoint/2010/main" val="36046479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2FC4A91-4B8B-46AA-B9A7-B56E0DA8AF5A}" type="datetimeFigureOut">
              <a:rPr lang="fr-FR" smtClean="0"/>
              <a:t>12/01/2021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468BB1D2-DF0C-4E25-9B3B-8F25D7D6C4AA}" type="slidenum">
              <a:rPr lang="fr-FR" smtClean="0"/>
              <a:t>‹N°›</a:t>
            </a:fld>
            <a:endParaRPr lang="fr-FR"/>
          </a:p>
        </p:txBody>
      </p:sp>
    </p:spTree>
    <p:extLst>
      <p:ext uri="{BB962C8B-B14F-4D97-AF65-F5344CB8AC3E}">
        <p14:creationId xmlns:p14="http://schemas.microsoft.com/office/powerpoint/2010/main" val="2197111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2FC4A91-4B8B-46AA-B9A7-B56E0DA8AF5A}" type="datetimeFigureOut">
              <a:rPr lang="fr-FR" smtClean="0"/>
              <a:t>12/01/2021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468BB1D2-DF0C-4E25-9B3B-8F25D7D6C4AA}" type="slidenum">
              <a:rPr lang="fr-FR" smtClean="0"/>
              <a:t>‹N°›</a:t>
            </a:fld>
            <a:endParaRPr lang="fr-FR"/>
          </a:p>
        </p:txBody>
      </p:sp>
    </p:spTree>
    <p:extLst>
      <p:ext uri="{BB962C8B-B14F-4D97-AF65-F5344CB8AC3E}">
        <p14:creationId xmlns:p14="http://schemas.microsoft.com/office/powerpoint/2010/main" val="3142339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95300" y="273050"/>
            <a:ext cx="3259138"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2FC4A91-4B8B-46AA-B9A7-B56E0DA8AF5A}" type="datetimeFigureOut">
              <a:rPr lang="fr-FR" smtClean="0"/>
              <a:t>12/01/2021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68BB1D2-DF0C-4E25-9B3B-8F25D7D6C4AA}" type="slidenum">
              <a:rPr lang="fr-FR" smtClean="0"/>
              <a:t>‹N°›</a:t>
            </a:fld>
            <a:endParaRPr lang="fr-FR"/>
          </a:p>
        </p:txBody>
      </p:sp>
    </p:spTree>
    <p:extLst>
      <p:ext uri="{BB962C8B-B14F-4D97-AF65-F5344CB8AC3E}">
        <p14:creationId xmlns:p14="http://schemas.microsoft.com/office/powerpoint/2010/main" val="2523126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941513" y="4800600"/>
            <a:ext cx="59436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2FC4A91-4B8B-46AA-B9A7-B56E0DA8AF5A}" type="datetimeFigureOut">
              <a:rPr lang="fr-FR" smtClean="0"/>
              <a:t>12/01/2021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68BB1D2-DF0C-4E25-9B3B-8F25D7D6C4AA}" type="slidenum">
              <a:rPr lang="fr-FR" smtClean="0"/>
              <a:t>‹N°›</a:t>
            </a:fld>
            <a:endParaRPr lang="fr-FR"/>
          </a:p>
        </p:txBody>
      </p:sp>
    </p:spTree>
    <p:extLst>
      <p:ext uri="{BB962C8B-B14F-4D97-AF65-F5344CB8AC3E}">
        <p14:creationId xmlns:p14="http://schemas.microsoft.com/office/powerpoint/2010/main" val="26046954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2FC4A91-4B8B-46AA-B9A7-B56E0DA8AF5A}" type="datetimeFigureOut">
              <a:rPr lang="fr-FR" smtClean="0"/>
              <a:t>12/01/2021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68BB1D2-DF0C-4E25-9B3B-8F25D7D6C4AA}" type="slidenum">
              <a:rPr lang="fr-FR" smtClean="0"/>
              <a:t>‹N°›</a:t>
            </a:fld>
            <a:endParaRPr lang="fr-FR"/>
          </a:p>
        </p:txBody>
      </p:sp>
    </p:spTree>
    <p:extLst>
      <p:ext uri="{BB962C8B-B14F-4D97-AF65-F5344CB8AC3E}">
        <p14:creationId xmlns:p14="http://schemas.microsoft.com/office/powerpoint/2010/main" val="2694267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181850" y="274638"/>
            <a:ext cx="222885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95300" y="274638"/>
            <a:ext cx="653415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2FC4A91-4B8B-46AA-B9A7-B56E0DA8AF5A}" type="datetimeFigureOut">
              <a:rPr lang="fr-FR" smtClean="0"/>
              <a:t>12/01/2021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68BB1D2-DF0C-4E25-9B3B-8F25D7D6C4AA}" type="slidenum">
              <a:rPr lang="fr-FR" smtClean="0"/>
              <a:t>‹N°›</a:t>
            </a:fld>
            <a:endParaRPr lang="fr-FR"/>
          </a:p>
        </p:txBody>
      </p:sp>
    </p:spTree>
    <p:extLst>
      <p:ext uri="{BB962C8B-B14F-4D97-AF65-F5344CB8AC3E}">
        <p14:creationId xmlns:p14="http://schemas.microsoft.com/office/powerpoint/2010/main" val="6508751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742950" y="2130425"/>
            <a:ext cx="8420100" cy="1470025"/>
          </a:xfrm>
        </p:spPr>
        <p:txBody>
          <a:bodyPr/>
          <a:lstStyle/>
          <a:p>
            <a:r>
              <a:rPr lang="fr-FR"/>
              <a:t>Modifiez le style du titre</a:t>
            </a:r>
          </a:p>
        </p:txBody>
      </p:sp>
      <p:sp>
        <p:nvSpPr>
          <p:cNvPr id="3" name="Sous-titr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AEC6EB53-270A-4E15-8B93-7B764CB2B741}" type="datetimeFigureOut">
              <a:rPr lang="fr-FR" smtClean="0"/>
              <a:t>12/01/2021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EA55EB8-6A65-4937-B784-4201E122F16E}" type="slidenum">
              <a:rPr lang="fr-FR" smtClean="0"/>
              <a:t>‹N°›</a:t>
            </a:fld>
            <a:endParaRPr lang="fr-FR"/>
          </a:p>
        </p:txBody>
      </p:sp>
    </p:spTree>
    <p:extLst>
      <p:ext uri="{BB962C8B-B14F-4D97-AF65-F5344CB8AC3E}">
        <p14:creationId xmlns:p14="http://schemas.microsoft.com/office/powerpoint/2010/main" val="25903690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EC6EB53-270A-4E15-8B93-7B764CB2B741}" type="datetimeFigureOut">
              <a:rPr lang="fr-FR" smtClean="0"/>
              <a:t>12/01/2021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EA55EB8-6A65-4937-B784-4201E122F16E}" type="slidenum">
              <a:rPr lang="fr-FR" smtClean="0"/>
              <a:t>‹N°›</a:t>
            </a:fld>
            <a:endParaRPr lang="fr-FR"/>
          </a:p>
        </p:txBody>
      </p:sp>
    </p:spTree>
    <p:extLst>
      <p:ext uri="{BB962C8B-B14F-4D97-AF65-F5344CB8AC3E}">
        <p14:creationId xmlns:p14="http://schemas.microsoft.com/office/powerpoint/2010/main" val="14510309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82638" y="4406900"/>
            <a:ext cx="84201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82638"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AEC6EB53-270A-4E15-8B93-7B764CB2B741}" type="datetimeFigureOut">
              <a:rPr lang="fr-FR" smtClean="0"/>
              <a:t>12/01/2021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EA55EB8-6A65-4937-B784-4201E122F16E}" type="slidenum">
              <a:rPr lang="fr-FR" smtClean="0"/>
              <a:t>‹N°›</a:t>
            </a:fld>
            <a:endParaRPr lang="fr-FR"/>
          </a:p>
        </p:txBody>
      </p:sp>
    </p:spTree>
    <p:extLst>
      <p:ext uri="{BB962C8B-B14F-4D97-AF65-F5344CB8AC3E}">
        <p14:creationId xmlns:p14="http://schemas.microsoft.com/office/powerpoint/2010/main" val="36501423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953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0292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AEC6EB53-270A-4E15-8B93-7B764CB2B741}" type="datetimeFigureOut">
              <a:rPr lang="fr-FR" smtClean="0"/>
              <a:t>12/01/2021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EA55EB8-6A65-4937-B784-4201E122F16E}" type="slidenum">
              <a:rPr lang="fr-FR" smtClean="0"/>
              <a:t>‹N°›</a:t>
            </a:fld>
            <a:endParaRPr lang="fr-FR"/>
          </a:p>
        </p:txBody>
      </p:sp>
    </p:spTree>
    <p:extLst>
      <p:ext uri="{BB962C8B-B14F-4D97-AF65-F5344CB8AC3E}">
        <p14:creationId xmlns:p14="http://schemas.microsoft.com/office/powerpoint/2010/main" val="19120103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AEC6EB53-270A-4E15-8B93-7B764CB2B741}" type="datetimeFigureOut">
              <a:rPr lang="fr-FR" smtClean="0"/>
              <a:t>12/01/2021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EA55EB8-6A65-4937-B784-4201E122F16E}" type="slidenum">
              <a:rPr lang="fr-FR" smtClean="0"/>
              <a:t>‹N°›</a:t>
            </a:fld>
            <a:endParaRPr lang="fr-FR"/>
          </a:p>
        </p:txBody>
      </p:sp>
    </p:spTree>
    <p:extLst>
      <p:ext uri="{BB962C8B-B14F-4D97-AF65-F5344CB8AC3E}">
        <p14:creationId xmlns:p14="http://schemas.microsoft.com/office/powerpoint/2010/main" val="24785268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AEC6EB53-270A-4E15-8B93-7B764CB2B741}" type="datetimeFigureOut">
              <a:rPr lang="fr-FR" smtClean="0"/>
              <a:t>12/01/2021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EA55EB8-6A65-4937-B784-4201E122F16E}" type="slidenum">
              <a:rPr lang="fr-FR" smtClean="0"/>
              <a:t>‹N°›</a:t>
            </a:fld>
            <a:endParaRPr lang="fr-FR"/>
          </a:p>
        </p:txBody>
      </p:sp>
    </p:spTree>
    <p:extLst>
      <p:ext uri="{BB962C8B-B14F-4D97-AF65-F5344CB8AC3E}">
        <p14:creationId xmlns:p14="http://schemas.microsoft.com/office/powerpoint/2010/main" val="5227957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EC6EB53-270A-4E15-8B93-7B764CB2B741}" type="datetimeFigureOut">
              <a:rPr lang="fr-FR" smtClean="0"/>
              <a:t>12/01/2021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EA55EB8-6A65-4937-B784-4201E122F16E}" type="slidenum">
              <a:rPr lang="fr-FR" smtClean="0"/>
              <a:t>‹N°›</a:t>
            </a:fld>
            <a:endParaRPr lang="fr-FR"/>
          </a:p>
        </p:txBody>
      </p:sp>
    </p:spTree>
    <p:extLst>
      <p:ext uri="{BB962C8B-B14F-4D97-AF65-F5344CB8AC3E}">
        <p14:creationId xmlns:p14="http://schemas.microsoft.com/office/powerpoint/2010/main" val="33655270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95300" y="273050"/>
            <a:ext cx="3259138"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AEC6EB53-270A-4E15-8B93-7B764CB2B741}" type="datetimeFigureOut">
              <a:rPr lang="fr-FR" smtClean="0"/>
              <a:t>12/01/2021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EA55EB8-6A65-4937-B784-4201E122F16E}" type="slidenum">
              <a:rPr lang="fr-FR" smtClean="0"/>
              <a:t>‹N°›</a:t>
            </a:fld>
            <a:endParaRPr lang="fr-FR"/>
          </a:p>
        </p:txBody>
      </p:sp>
    </p:spTree>
    <p:extLst>
      <p:ext uri="{BB962C8B-B14F-4D97-AF65-F5344CB8AC3E}">
        <p14:creationId xmlns:p14="http://schemas.microsoft.com/office/powerpoint/2010/main" val="37899466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941513" y="4800600"/>
            <a:ext cx="59436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AEC6EB53-270A-4E15-8B93-7B764CB2B741}" type="datetimeFigureOut">
              <a:rPr lang="fr-FR" smtClean="0"/>
              <a:t>12/01/2021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EA55EB8-6A65-4937-B784-4201E122F16E}" type="slidenum">
              <a:rPr lang="fr-FR" smtClean="0"/>
              <a:t>‹N°›</a:t>
            </a:fld>
            <a:endParaRPr lang="fr-FR"/>
          </a:p>
        </p:txBody>
      </p:sp>
    </p:spTree>
    <p:extLst>
      <p:ext uri="{BB962C8B-B14F-4D97-AF65-F5344CB8AC3E}">
        <p14:creationId xmlns:p14="http://schemas.microsoft.com/office/powerpoint/2010/main" val="42649396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EC6EB53-270A-4E15-8B93-7B764CB2B741}" type="datetimeFigureOut">
              <a:rPr lang="fr-FR" smtClean="0"/>
              <a:t>12/01/2021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EA55EB8-6A65-4937-B784-4201E122F16E}" type="slidenum">
              <a:rPr lang="fr-FR" smtClean="0"/>
              <a:t>‹N°›</a:t>
            </a:fld>
            <a:endParaRPr lang="fr-FR"/>
          </a:p>
        </p:txBody>
      </p:sp>
    </p:spTree>
    <p:extLst>
      <p:ext uri="{BB962C8B-B14F-4D97-AF65-F5344CB8AC3E}">
        <p14:creationId xmlns:p14="http://schemas.microsoft.com/office/powerpoint/2010/main" val="41224371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181850" y="274638"/>
            <a:ext cx="222885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95300" y="274638"/>
            <a:ext cx="653415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AEC6EB53-270A-4E15-8B93-7B764CB2B741}" type="datetimeFigureOut">
              <a:rPr lang="fr-FR" smtClean="0"/>
              <a:t>12/01/2021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EA55EB8-6A65-4937-B784-4201E122F16E}" type="slidenum">
              <a:rPr lang="fr-FR" smtClean="0"/>
              <a:t>‹N°›</a:t>
            </a:fld>
            <a:endParaRPr lang="fr-FR"/>
          </a:p>
        </p:txBody>
      </p:sp>
    </p:spTree>
    <p:extLst>
      <p:ext uri="{BB962C8B-B14F-4D97-AF65-F5344CB8AC3E}">
        <p14:creationId xmlns:p14="http://schemas.microsoft.com/office/powerpoint/2010/main" val="2493215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cid:image001.png@01D2E05A.83439AD0" TargetMode="Externa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55"/>
          <p:cNvGrpSpPr>
            <a:grpSpLocks/>
          </p:cNvGrpSpPr>
          <p:nvPr userDrawn="1"/>
        </p:nvGrpSpPr>
        <p:grpSpPr bwMode="auto">
          <a:xfrm>
            <a:off x="9525" y="6350"/>
            <a:ext cx="9886950" cy="6843713"/>
            <a:chOff x="6" y="4"/>
            <a:chExt cx="6228" cy="4311"/>
          </a:xfrm>
        </p:grpSpPr>
        <p:sp>
          <p:nvSpPr>
            <p:cNvPr id="1035" name="S_18"/>
            <p:cNvSpPr>
              <a:spLocks noChangeShapeType="1"/>
            </p:cNvSpPr>
            <p:nvPr userDrawn="1"/>
          </p:nvSpPr>
          <p:spPr bwMode="auto">
            <a:xfrm>
              <a:off x="3191" y="974"/>
              <a:ext cx="0" cy="302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36" name="S_3"/>
            <p:cNvSpPr>
              <a:spLocks noChangeShapeType="1"/>
            </p:cNvSpPr>
            <p:nvPr userDrawn="1"/>
          </p:nvSpPr>
          <p:spPr bwMode="auto">
            <a:xfrm>
              <a:off x="1621" y="10"/>
              <a:ext cx="2" cy="4302"/>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37" name="S_8"/>
            <p:cNvSpPr>
              <a:spLocks noChangeShapeType="1"/>
            </p:cNvSpPr>
            <p:nvPr userDrawn="1"/>
          </p:nvSpPr>
          <p:spPr bwMode="auto">
            <a:xfrm>
              <a:off x="10" y="968"/>
              <a:ext cx="6221"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38" name="S_9"/>
            <p:cNvSpPr>
              <a:spLocks noChangeShapeType="1"/>
            </p:cNvSpPr>
            <p:nvPr userDrawn="1"/>
          </p:nvSpPr>
          <p:spPr bwMode="auto">
            <a:xfrm>
              <a:off x="10" y="1112"/>
              <a:ext cx="6221"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39" name="S_10"/>
            <p:cNvSpPr>
              <a:spLocks noChangeShapeType="1"/>
            </p:cNvSpPr>
            <p:nvPr userDrawn="1"/>
          </p:nvSpPr>
          <p:spPr bwMode="auto">
            <a:xfrm>
              <a:off x="10" y="2471"/>
              <a:ext cx="6221"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40" name="S_11"/>
            <p:cNvSpPr>
              <a:spLocks noChangeShapeType="1"/>
            </p:cNvSpPr>
            <p:nvPr userDrawn="1"/>
          </p:nvSpPr>
          <p:spPr bwMode="auto">
            <a:xfrm>
              <a:off x="10" y="2615"/>
              <a:ext cx="6221"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41" name="S_13"/>
            <p:cNvSpPr>
              <a:spLocks noChangeShapeType="1"/>
            </p:cNvSpPr>
            <p:nvPr userDrawn="1"/>
          </p:nvSpPr>
          <p:spPr bwMode="auto">
            <a:xfrm>
              <a:off x="10" y="3988"/>
              <a:ext cx="6221"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42" name="S_20"/>
            <p:cNvSpPr>
              <a:spLocks noChangeShapeType="1"/>
            </p:cNvSpPr>
            <p:nvPr userDrawn="1"/>
          </p:nvSpPr>
          <p:spPr bwMode="auto">
            <a:xfrm>
              <a:off x="6107" y="10"/>
              <a:ext cx="0" cy="4302"/>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43" name="S_21"/>
            <p:cNvSpPr>
              <a:spLocks noChangeShapeType="1"/>
            </p:cNvSpPr>
            <p:nvPr userDrawn="1"/>
          </p:nvSpPr>
          <p:spPr bwMode="auto">
            <a:xfrm>
              <a:off x="10" y="702"/>
              <a:ext cx="6221"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44" name="S_3"/>
            <p:cNvSpPr>
              <a:spLocks noChangeShapeType="1"/>
            </p:cNvSpPr>
            <p:nvPr userDrawn="1"/>
          </p:nvSpPr>
          <p:spPr bwMode="auto">
            <a:xfrm>
              <a:off x="3750" y="10"/>
              <a:ext cx="0" cy="3983"/>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45" name="S_3"/>
            <p:cNvSpPr>
              <a:spLocks noChangeShapeType="1"/>
            </p:cNvSpPr>
            <p:nvPr userDrawn="1"/>
          </p:nvSpPr>
          <p:spPr bwMode="auto">
            <a:xfrm>
              <a:off x="3977" y="10"/>
              <a:ext cx="0" cy="3983"/>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46" name="S_18"/>
            <p:cNvSpPr>
              <a:spLocks noChangeShapeType="1"/>
            </p:cNvSpPr>
            <p:nvPr userDrawn="1"/>
          </p:nvSpPr>
          <p:spPr bwMode="auto">
            <a:xfrm>
              <a:off x="2967" y="973"/>
              <a:ext cx="0" cy="302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47" name="S_18"/>
            <p:cNvSpPr>
              <a:spLocks noChangeShapeType="1"/>
            </p:cNvSpPr>
            <p:nvPr userDrawn="1"/>
          </p:nvSpPr>
          <p:spPr bwMode="auto">
            <a:xfrm>
              <a:off x="4536" y="971"/>
              <a:ext cx="0" cy="302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48" name="S_18"/>
            <p:cNvSpPr>
              <a:spLocks noChangeShapeType="1"/>
            </p:cNvSpPr>
            <p:nvPr userDrawn="1"/>
          </p:nvSpPr>
          <p:spPr bwMode="auto">
            <a:xfrm>
              <a:off x="4759" y="971"/>
              <a:ext cx="0" cy="302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49" name="S_18"/>
            <p:cNvSpPr>
              <a:spLocks noChangeShapeType="1"/>
            </p:cNvSpPr>
            <p:nvPr userDrawn="1"/>
          </p:nvSpPr>
          <p:spPr bwMode="auto">
            <a:xfrm>
              <a:off x="1390" y="975"/>
              <a:ext cx="0" cy="3337"/>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50" name="S_3"/>
            <p:cNvSpPr>
              <a:spLocks noChangeShapeType="1"/>
            </p:cNvSpPr>
            <p:nvPr userDrawn="1"/>
          </p:nvSpPr>
          <p:spPr bwMode="auto">
            <a:xfrm>
              <a:off x="111" y="10"/>
              <a:ext cx="2" cy="4302"/>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51" name="S_21"/>
            <p:cNvSpPr>
              <a:spLocks noChangeShapeType="1"/>
            </p:cNvSpPr>
            <p:nvPr userDrawn="1"/>
          </p:nvSpPr>
          <p:spPr bwMode="auto">
            <a:xfrm>
              <a:off x="10" y="256"/>
              <a:ext cx="6219"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52" name="S_21"/>
            <p:cNvSpPr>
              <a:spLocks noChangeShapeType="1"/>
            </p:cNvSpPr>
            <p:nvPr userDrawn="1"/>
          </p:nvSpPr>
          <p:spPr bwMode="auto">
            <a:xfrm>
              <a:off x="6" y="4"/>
              <a:ext cx="6223"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53" name="S_3"/>
            <p:cNvSpPr>
              <a:spLocks noChangeShapeType="1"/>
            </p:cNvSpPr>
            <p:nvPr userDrawn="1"/>
          </p:nvSpPr>
          <p:spPr bwMode="auto">
            <a:xfrm>
              <a:off x="6" y="10"/>
              <a:ext cx="0" cy="4302"/>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54" name="S_3"/>
            <p:cNvSpPr>
              <a:spLocks noChangeShapeType="1"/>
            </p:cNvSpPr>
            <p:nvPr userDrawn="1"/>
          </p:nvSpPr>
          <p:spPr bwMode="auto">
            <a:xfrm>
              <a:off x="6234" y="8"/>
              <a:ext cx="0" cy="4304"/>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55" name="S_21"/>
            <p:cNvSpPr>
              <a:spLocks noChangeShapeType="1"/>
            </p:cNvSpPr>
            <p:nvPr userDrawn="1"/>
          </p:nvSpPr>
          <p:spPr bwMode="auto">
            <a:xfrm>
              <a:off x="6" y="4315"/>
              <a:ext cx="6223" cy="0"/>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56" name="Line 251"/>
            <p:cNvSpPr>
              <a:spLocks noChangeShapeType="1"/>
            </p:cNvSpPr>
            <p:nvPr userDrawn="1"/>
          </p:nvSpPr>
          <p:spPr bwMode="auto">
            <a:xfrm>
              <a:off x="227" y="10"/>
              <a:ext cx="0" cy="3978"/>
            </a:xfrm>
            <a:prstGeom prst="line">
              <a:avLst/>
            </a:prstGeom>
            <a:noFill/>
            <a:ln w="12700">
              <a:solidFill>
                <a:srgbClr val="C2C2C2"/>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1057" name="S_21"/>
            <p:cNvSpPr>
              <a:spLocks noChangeShapeType="1"/>
            </p:cNvSpPr>
            <p:nvPr userDrawn="1"/>
          </p:nvSpPr>
          <p:spPr bwMode="auto">
            <a:xfrm flipV="1">
              <a:off x="120" y="4072"/>
              <a:ext cx="1264" cy="1"/>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58" name="S_21"/>
            <p:cNvSpPr>
              <a:spLocks noChangeShapeType="1"/>
            </p:cNvSpPr>
            <p:nvPr userDrawn="1"/>
          </p:nvSpPr>
          <p:spPr bwMode="auto">
            <a:xfrm>
              <a:off x="116" y="4154"/>
              <a:ext cx="1266" cy="2"/>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sp>
          <p:nvSpPr>
            <p:cNvPr id="1059" name="S_21"/>
            <p:cNvSpPr>
              <a:spLocks noChangeShapeType="1"/>
            </p:cNvSpPr>
            <p:nvPr userDrawn="1"/>
          </p:nvSpPr>
          <p:spPr bwMode="auto">
            <a:xfrm>
              <a:off x="10" y="4239"/>
              <a:ext cx="6221" cy="4"/>
            </a:xfrm>
            <a:prstGeom prst="line">
              <a:avLst/>
            </a:prstGeom>
            <a:noFill/>
            <a:ln w="9525">
              <a:solidFill>
                <a:srgbClr val="C2C2C2"/>
              </a:solidFill>
              <a:prstDash val="lgDashDot"/>
              <a:round/>
              <a:headEn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50400" rIns="36000" bIns="46800" anchor="ctr"/>
            <a:lstStyle/>
            <a:p>
              <a:endParaRPr lang="en-US"/>
            </a:p>
          </p:txBody>
        </p:sp>
      </p:grpSp>
      <p:sp>
        <p:nvSpPr>
          <p:cNvPr id="1027" name="Rectangle 137"/>
          <p:cNvSpPr>
            <a:spLocks noChangeArrowheads="1"/>
          </p:cNvSpPr>
          <p:nvPr userDrawn="1"/>
        </p:nvSpPr>
        <p:spPr bwMode="auto">
          <a:xfrm>
            <a:off x="-1588" y="-4763"/>
            <a:ext cx="9907588" cy="6869113"/>
          </a:xfrm>
          <a:prstGeom prst="rect">
            <a:avLst/>
          </a:prstGeom>
          <a:solidFill>
            <a:schemeClr val="bg1"/>
          </a:solidFill>
          <a:ln>
            <a:noFill/>
          </a:ln>
          <a:effectLst/>
          <a:extLst>
            <a:ext uri="{91240B29-F687-4F45-9708-019B960494DF}">
              <a14:hiddenLine xmlns:a14="http://schemas.microsoft.com/office/drawing/2010/main" w="9525"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sz="800">
                <a:solidFill>
                  <a:srgbClr val="A5003E"/>
                </a:solidFill>
                <a:latin typeface="Arial" charset="0"/>
                <a:cs typeface="Arial" charset="0"/>
              </a:defRPr>
            </a:lvl1pPr>
            <a:lvl2pPr marL="742950" indent="-285750" eaLnBrk="0" hangingPunct="0">
              <a:defRPr sz="800">
                <a:solidFill>
                  <a:srgbClr val="A5003E"/>
                </a:solidFill>
                <a:latin typeface="Arial" charset="0"/>
                <a:cs typeface="Arial" charset="0"/>
              </a:defRPr>
            </a:lvl2pPr>
            <a:lvl3pPr marL="1143000" indent="-228600" eaLnBrk="0" hangingPunct="0">
              <a:defRPr sz="800">
                <a:solidFill>
                  <a:srgbClr val="A5003E"/>
                </a:solidFill>
                <a:latin typeface="Arial" charset="0"/>
                <a:cs typeface="Arial" charset="0"/>
              </a:defRPr>
            </a:lvl3pPr>
            <a:lvl4pPr marL="1600200" indent="-228600" eaLnBrk="0" hangingPunct="0">
              <a:defRPr sz="800">
                <a:solidFill>
                  <a:srgbClr val="A5003E"/>
                </a:solidFill>
                <a:latin typeface="Arial" charset="0"/>
                <a:cs typeface="Arial" charset="0"/>
              </a:defRPr>
            </a:lvl4pPr>
            <a:lvl5pPr marL="2057400" indent="-228600" eaLnBrk="0" hangingPunct="0">
              <a:defRPr sz="800">
                <a:solidFill>
                  <a:srgbClr val="A5003E"/>
                </a:solidFill>
                <a:latin typeface="Arial" charset="0"/>
                <a:cs typeface="Arial" charset="0"/>
              </a:defRPr>
            </a:lvl5pPr>
            <a:lvl6pPr marL="2514600" indent="-228600" algn="ctr" eaLnBrk="0" fontAlgn="base" hangingPunct="0">
              <a:spcBef>
                <a:spcPct val="0"/>
              </a:spcBef>
              <a:spcAft>
                <a:spcPct val="0"/>
              </a:spcAft>
              <a:defRPr sz="800">
                <a:solidFill>
                  <a:srgbClr val="A5003E"/>
                </a:solidFill>
                <a:latin typeface="Arial" charset="0"/>
                <a:cs typeface="Arial" charset="0"/>
              </a:defRPr>
            </a:lvl6pPr>
            <a:lvl7pPr marL="2971800" indent="-228600" algn="ctr" eaLnBrk="0" fontAlgn="base" hangingPunct="0">
              <a:spcBef>
                <a:spcPct val="0"/>
              </a:spcBef>
              <a:spcAft>
                <a:spcPct val="0"/>
              </a:spcAft>
              <a:defRPr sz="800">
                <a:solidFill>
                  <a:srgbClr val="A5003E"/>
                </a:solidFill>
                <a:latin typeface="Arial" charset="0"/>
                <a:cs typeface="Arial" charset="0"/>
              </a:defRPr>
            </a:lvl7pPr>
            <a:lvl8pPr marL="3429000" indent="-228600" algn="ctr" eaLnBrk="0" fontAlgn="base" hangingPunct="0">
              <a:spcBef>
                <a:spcPct val="0"/>
              </a:spcBef>
              <a:spcAft>
                <a:spcPct val="0"/>
              </a:spcAft>
              <a:defRPr sz="800">
                <a:solidFill>
                  <a:srgbClr val="A5003E"/>
                </a:solidFill>
                <a:latin typeface="Arial" charset="0"/>
                <a:cs typeface="Arial" charset="0"/>
              </a:defRPr>
            </a:lvl8pPr>
            <a:lvl9pPr marL="3886200" indent="-228600" algn="ctr" eaLnBrk="0" fontAlgn="base" hangingPunct="0">
              <a:spcBef>
                <a:spcPct val="0"/>
              </a:spcBef>
              <a:spcAft>
                <a:spcPct val="0"/>
              </a:spcAft>
              <a:defRPr sz="800">
                <a:solidFill>
                  <a:srgbClr val="A5003E"/>
                </a:solidFill>
                <a:latin typeface="Arial" charset="0"/>
                <a:cs typeface="Arial" charset="0"/>
              </a:defRPr>
            </a:lvl9pPr>
          </a:lstStyle>
          <a:p>
            <a:pPr eaLnBrk="1" hangingPunct="1">
              <a:defRPr/>
            </a:pPr>
            <a:endParaRPr lang="fr-FR" altLang="fr-FR"/>
          </a:p>
        </p:txBody>
      </p:sp>
      <p:sp>
        <p:nvSpPr>
          <p:cNvPr id="1028" name="Rectangle 2"/>
          <p:cNvSpPr>
            <a:spLocks noGrp="1" noChangeArrowheads="1"/>
          </p:cNvSpPr>
          <p:nvPr>
            <p:ph type="title"/>
          </p:nvPr>
        </p:nvSpPr>
        <p:spPr bwMode="auto">
          <a:xfrm>
            <a:off x="344488" y="115888"/>
            <a:ext cx="9344025"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fr-FR" altLang="fr-FR"/>
              <a:t>Zone de texte</a:t>
            </a:r>
          </a:p>
        </p:txBody>
      </p:sp>
      <p:sp>
        <p:nvSpPr>
          <p:cNvPr id="1029" name="Rectangle 3"/>
          <p:cNvSpPr>
            <a:spLocks noGrp="1" noChangeArrowheads="1"/>
          </p:cNvSpPr>
          <p:nvPr>
            <p:ph type="body" idx="1"/>
          </p:nvPr>
        </p:nvSpPr>
        <p:spPr bwMode="auto">
          <a:xfrm>
            <a:off x="2576513" y="1752600"/>
            <a:ext cx="7119937" cy="458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0000" rIns="0" bIns="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253958" name="Rectangle 6"/>
          <p:cNvSpPr>
            <a:spLocks noGrp="1" noChangeArrowheads="1"/>
          </p:cNvSpPr>
          <p:nvPr>
            <p:ph type="dt" sz="half" idx="2"/>
          </p:nvPr>
        </p:nvSpPr>
        <p:spPr bwMode="auto">
          <a:xfrm>
            <a:off x="168275" y="6494463"/>
            <a:ext cx="1689100" cy="122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algn="l">
              <a:defRPr>
                <a:solidFill>
                  <a:srgbClr val="283B4C"/>
                </a:solidFill>
              </a:defRPr>
            </a:lvl1pPr>
          </a:lstStyle>
          <a:p>
            <a:pPr>
              <a:defRPr/>
            </a:pPr>
            <a:r>
              <a:rPr lang="fr-FR" altLang="fr-FR" dirty="0"/>
              <a:t>Novembre 2014</a:t>
            </a:r>
          </a:p>
        </p:txBody>
      </p:sp>
      <p:sp>
        <p:nvSpPr>
          <p:cNvPr id="253959" name="Rectangle 7"/>
          <p:cNvSpPr>
            <a:spLocks noGrp="1" noChangeArrowheads="1"/>
          </p:cNvSpPr>
          <p:nvPr>
            <p:ph type="sldNum" sz="quarter" idx="4"/>
          </p:nvPr>
        </p:nvSpPr>
        <p:spPr bwMode="auto">
          <a:xfrm>
            <a:off x="168275" y="6626225"/>
            <a:ext cx="1073150" cy="12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lgn="l">
              <a:defRPr>
                <a:solidFill>
                  <a:srgbClr val="283B4C"/>
                </a:solidFill>
              </a:defRPr>
            </a:lvl1pPr>
          </a:lstStyle>
          <a:p>
            <a:pPr>
              <a:defRPr/>
            </a:pPr>
            <a:fld id="{517E292B-18B2-486B-94F5-9D90CB96672B}" type="slidenum">
              <a:rPr lang="fr-FR" altLang="fr-FR"/>
              <a:pPr>
                <a:defRPr/>
              </a:pPr>
              <a:t>‹N°›</a:t>
            </a:fld>
            <a:endParaRPr lang="fr-FR" altLang="fr-FR"/>
          </a:p>
        </p:txBody>
      </p:sp>
      <p:sp>
        <p:nvSpPr>
          <p:cNvPr id="1033" name="Line 206"/>
          <p:cNvSpPr>
            <a:spLocks noChangeShapeType="1"/>
          </p:cNvSpPr>
          <p:nvPr userDrawn="1"/>
        </p:nvSpPr>
        <p:spPr bwMode="auto">
          <a:xfrm>
            <a:off x="176213" y="114300"/>
            <a:ext cx="0" cy="1082675"/>
          </a:xfrm>
          <a:prstGeom prst="line">
            <a:avLst/>
          </a:prstGeom>
          <a:noFill/>
          <a:ln w="9525">
            <a:solidFill>
              <a:srgbClr val="283B4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pic>
        <p:nvPicPr>
          <p:cNvPr id="2050" name="Image 1" descr="cid:image001.png@01D29DA5.8021F740"/>
          <p:cNvPicPr>
            <a:picLocks noChangeAspect="1" noChangeArrowheads="1"/>
          </p:cNvPicPr>
          <p:nvPr userDrawn="1"/>
        </p:nvPicPr>
        <p:blipFill>
          <a:blip r:embed="rId13" r:link="rId14">
            <a:extLst>
              <a:ext uri="{28A0092B-C50C-407E-A947-70E740481C1C}">
                <a14:useLocalDpi xmlns:a14="http://schemas.microsoft.com/office/drawing/2010/main" val="0"/>
              </a:ext>
            </a:extLst>
          </a:blip>
          <a:srcRect/>
          <a:stretch>
            <a:fillRect/>
          </a:stretch>
        </p:blipFill>
        <p:spPr bwMode="auto">
          <a:xfrm>
            <a:off x="8599487" y="6383884"/>
            <a:ext cx="11557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1"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hf hdr="0" ftr="0"/>
  <p:txStyles>
    <p:titleStyle>
      <a:lvl1pPr algn="l" rtl="0" eaLnBrk="0" fontAlgn="base" hangingPunct="0">
        <a:spcBef>
          <a:spcPct val="0"/>
        </a:spcBef>
        <a:spcAft>
          <a:spcPct val="0"/>
        </a:spcAft>
        <a:defRPr sz="2200">
          <a:solidFill>
            <a:srgbClr val="283B4C"/>
          </a:solidFill>
          <a:latin typeface="+mj-lt"/>
          <a:ea typeface="+mj-ea"/>
          <a:cs typeface="+mj-cs"/>
        </a:defRPr>
      </a:lvl1pPr>
      <a:lvl2pPr algn="l" rtl="0" eaLnBrk="0" fontAlgn="base" hangingPunct="0">
        <a:spcBef>
          <a:spcPct val="0"/>
        </a:spcBef>
        <a:spcAft>
          <a:spcPct val="0"/>
        </a:spcAft>
        <a:defRPr sz="2200">
          <a:solidFill>
            <a:srgbClr val="283B4C"/>
          </a:solidFill>
          <a:latin typeface="Arial" charset="0"/>
          <a:cs typeface="Arial" charset="0"/>
        </a:defRPr>
      </a:lvl2pPr>
      <a:lvl3pPr algn="l" rtl="0" eaLnBrk="0" fontAlgn="base" hangingPunct="0">
        <a:spcBef>
          <a:spcPct val="0"/>
        </a:spcBef>
        <a:spcAft>
          <a:spcPct val="0"/>
        </a:spcAft>
        <a:defRPr sz="2200">
          <a:solidFill>
            <a:srgbClr val="283B4C"/>
          </a:solidFill>
          <a:latin typeface="Arial" charset="0"/>
          <a:cs typeface="Arial" charset="0"/>
        </a:defRPr>
      </a:lvl3pPr>
      <a:lvl4pPr algn="l" rtl="0" eaLnBrk="0" fontAlgn="base" hangingPunct="0">
        <a:spcBef>
          <a:spcPct val="0"/>
        </a:spcBef>
        <a:spcAft>
          <a:spcPct val="0"/>
        </a:spcAft>
        <a:defRPr sz="2200">
          <a:solidFill>
            <a:srgbClr val="283B4C"/>
          </a:solidFill>
          <a:latin typeface="Arial" charset="0"/>
          <a:cs typeface="Arial" charset="0"/>
        </a:defRPr>
      </a:lvl4pPr>
      <a:lvl5pPr algn="l" rtl="0" eaLnBrk="0" fontAlgn="base" hangingPunct="0">
        <a:spcBef>
          <a:spcPct val="0"/>
        </a:spcBef>
        <a:spcAft>
          <a:spcPct val="0"/>
        </a:spcAft>
        <a:defRPr sz="2200">
          <a:solidFill>
            <a:srgbClr val="283B4C"/>
          </a:solidFill>
          <a:latin typeface="Arial" charset="0"/>
          <a:cs typeface="Arial" charset="0"/>
        </a:defRPr>
      </a:lvl5pPr>
      <a:lvl6pPr marL="457200" algn="l" rtl="0" fontAlgn="base">
        <a:spcBef>
          <a:spcPct val="0"/>
        </a:spcBef>
        <a:spcAft>
          <a:spcPct val="0"/>
        </a:spcAft>
        <a:defRPr sz="2200">
          <a:solidFill>
            <a:srgbClr val="283B4C"/>
          </a:solidFill>
          <a:latin typeface="Arial" charset="0"/>
          <a:cs typeface="Arial" charset="0"/>
        </a:defRPr>
      </a:lvl6pPr>
      <a:lvl7pPr marL="914400" algn="l" rtl="0" fontAlgn="base">
        <a:spcBef>
          <a:spcPct val="0"/>
        </a:spcBef>
        <a:spcAft>
          <a:spcPct val="0"/>
        </a:spcAft>
        <a:defRPr sz="2200">
          <a:solidFill>
            <a:srgbClr val="283B4C"/>
          </a:solidFill>
          <a:latin typeface="Arial" charset="0"/>
          <a:cs typeface="Arial" charset="0"/>
        </a:defRPr>
      </a:lvl7pPr>
      <a:lvl8pPr marL="1371600" algn="l" rtl="0" fontAlgn="base">
        <a:spcBef>
          <a:spcPct val="0"/>
        </a:spcBef>
        <a:spcAft>
          <a:spcPct val="0"/>
        </a:spcAft>
        <a:defRPr sz="2200">
          <a:solidFill>
            <a:srgbClr val="283B4C"/>
          </a:solidFill>
          <a:latin typeface="Arial" charset="0"/>
          <a:cs typeface="Arial" charset="0"/>
        </a:defRPr>
      </a:lvl8pPr>
      <a:lvl9pPr marL="1828800" algn="l" rtl="0" fontAlgn="base">
        <a:spcBef>
          <a:spcPct val="0"/>
        </a:spcBef>
        <a:spcAft>
          <a:spcPct val="0"/>
        </a:spcAft>
        <a:defRPr sz="2200">
          <a:solidFill>
            <a:srgbClr val="283B4C"/>
          </a:solidFill>
          <a:latin typeface="Arial" charset="0"/>
          <a:cs typeface="Arial" charset="0"/>
        </a:defRPr>
      </a:lvl9pPr>
    </p:titleStyle>
    <p:bodyStyle>
      <a:lvl1pPr algn="l" rtl="0" eaLnBrk="0" fontAlgn="base" hangingPunct="0">
        <a:lnSpc>
          <a:spcPct val="110000"/>
        </a:lnSpc>
        <a:spcBef>
          <a:spcPct val="80000"/>
        </a:spcBef>
        <a:spcAft>
          <a:spcPct val="0"/>
        </a:spcAft>
        <a:defRPr sz="900" b="1">
          <a:solidFill>
            <a:srgbClr val="283B4C"/>
          </a:solidFill>
          <a:latin typeface="+mn-lt"/>
          <a:ea typeface="+mn-ea"/>
          <a:cs typeface="+mn-cs"/>
        </a:defRPr>
      </a:lvl1pPr>
      <a:lvl2pPr marL="1588" algn="l" rtl="0" eaLnBrk="0" fontAlgn="base" hangingPunct="0">
        <a:lnSpc>
          <a:spcPct val="110000"/>
        </a:lnSpc>
        <a:spcBef>
          <a:spcPct val="30000"/>
        </a:spcBef>
        <a:spcAft>
          <a:spcPct val="0"/>
        </a:spcAft>
        <a:defRPr sz="900">
          <a:solidFill>
            <a:srgbClr val="283B4C"/>
          </a:solidFill>
          <a:latin typeface="+mn-lt"/>
          <a:cs typeface="+mn-cs"/>
        </a:defRPr>
      </a:lvl2pPr>
      <a:lvl3pPr marL="184150" indent="-180975" algn="l" rtl="0" eaLnBrk="0" fontAlgn="base" hangingPunct="0">
        <a:lnSpc>
          <a:spcPct val="110000"/>
        </a:lnSpc>
        <a:spcBef>
          <a:spcPct val="30000"/>
        </a:spcBef>
        <a:spcAft>
          <a:spcPct val="0"/>
        </a:spcAft>
        <a:buSzPct val="120000"/>
        <a:buFont typeface="Wingdings" pitchFamily="2" charset="2"/>
        <a:buChar char="§"/>
        <a:defRPr sz="900">
          <a:solidFill>
            <a:srgbClr val="283B4C"/>
          </a:solidFill>
          <a:latin typeface="+mn-lt"/>
          <a:cs typeface="+mn-cs"/>
        </a:defRPr>
      </a:lvl3pPr>
      <a:lvl4pPr marL="360363" indent="-174625" algn="l" rtl="0" eaLnBrk="0" fontAlgn="base" hangingPunct="0">
        <a:lnSpc>
          <a:spcPct val="110000"/>
        </a:lnSpc>
        <a:spcBef>
          <a:spcPct val="30000"/>
        </a:spcBef>
        <a:spcAft>
          <a:spcPct val="0"/>
        </a:spcAft>
        <a:buFont typeface="Calibri" pitchFamily="34" charset="0"/>
        <a:buChar char="–"/>
        <a:defRPr sz="900">
          <a:solidFill>
            <a:srgbClr val="283B4C"/>
          </a:solidFill>
          <a:latin typeface="+mn-lt"/>
          <a:cs typeface="+mn-cs"/>
        </a:defRPr>
      </a:lvl4pPr>
      <a:lvl5pPr marL="544513" indent="-182563" algn="l" rtl="0" eaLnBrk="0" fontAlgn="base" hangingPunct="0">
        <a:lnSpc>
          <a:spcPct val="110000"/>
        </a:lnSpc>
        <a:spcBef>
          <a:spcPct val="30000"/>
        </a:spcBef>
        <a:spcAft>
          <a:spcPct val="0"/>
        </a:spcAft>
        <a:buFont typeface="Calibri" pitchFamily="34" charset="0"/>
        <a:buChar char="–"/>
        <a:defRPr sz="900">
          <a:solidFill>
            <a:srgbClr val="283B4C"/>
          </a:solidFill>
          <a:latin typeface="+mn-lt"/>
          <a:cs typeface="+mn-cs"/>
        </a:defRPr>
      </a:lvl5pPr>
      <a:lvl6pPr marL="1001713" indent="-182563" algn="l" rtl="0" fontAlgn="base">
        <a:lnSpc>
          <a:spcPct val="110000"/>
        </a:lnSpc>
        <a:spcBef>
          <a:spcPct val="30000"/>
        </a:spcBef>
        <a:spcAft>
          <a:spcPct val="0"/>
        </a:spcAft>
        <a:buFont typeface="Calibri" pitchFamily="34" charset="0"/>
        <a:buChar char="–"/>
        <a:defRPr sz="900">
          <a:solidFill>
            <a:srgbClr val="283B4C"/>
          </a:solidFill>
          <a:latin typeface="+mn-lt"/>
          <a:cs typeface="+mn-cs"/>
        </a:defRPr>
      </a:lvl6pPr>
      <a:lvl7pPr marL="1458913" indent="-182563" algn="l" rtl="0" fontAlgn="base">
        <a:lnSpc>
          <a:spcPct val="110000"/>
        </a:lnSpc>
        <a:spcBef>
          <a:spcPct val="30000"/>
        </a:spcBef>
        <a:spcAft>
          <a:spcPct val="0"/>
        </a:spcAft>
        <a:buFont typeface="Calibri" pitchFamily="34" charset="0"/>
        <a:buChar char="–"/>
        <a:defRPr sz="900">
          <a:solidFill>
            <a:srgbClr val="283B4C"/>
          </a:solidFill>
          <a:latin typeface="+mn-lt"/>
          <a:cs typeface="+mn-cs"/>
        </a:defRPr>
      </a:lvl7pPr>
      <a:lvl8pPr marL="1916113" indent="-182563" algn="l" rtl="0" fontAlgn="base">
        <a:lnSpc>
          <a:spcPct val="110000"/>
        </a:lnSpc>
        <a:spcBef>
          <a:spcPct val="30000"/>
        </a:spcBef>
        <a:spcAft>
          <a:spcPct val="0"/>
        </a:spcAft>
        <a:buFont typeface="Calibri" pitchFamily="34" charset="0"/>
        <a:buChar char="–"/>
        <a:defRPr sz="900">
          <a:solidFill>
            <a:srgbClr val="283B4C"/>
          </a:solidFill>
          <a:latin typeface="+mn-lt"/>
          <a:cs typeface="+mn-cs"/>
        </a:defRPr>
      </a:lvl8pPr>
      <a:lvl9pPr marL="2373313" indent="-182563" algn="l" rtl="0" fontAlgn="base">
        <a:lnSpc>
          <a:spcPct val="110000"/>
        </a:lnSpc>
        <a:spcBef>
          <a:spcPct val="30000"/>
        </a:spcBef>
        <a:spcAft>
          <a:spcPct val="0"/>
        </a:spcAft>
        <a:buFont typeface="Calibri" pitchFamily="34" charset="0"/>
        <a:buChar char="–"/>
        <a:defRPr sz="900">
          <a:solidFill>
            <a:srgbClr val="283B4C"/>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95300" y="1600200"/>
            <a:ext cx="89154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95300" y="6356350"/>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FC4A91-4B8B-46AA-B9A7-B56E0DA8AF5A}" type="datetimeFigureOut">
              <a:rPr lang="fr-FR" smtClean="0"/>
              <a:t>12/01/2021</a:t>
            </a:fld>
            <a:endParaRPr lang="fr-FR"/>
          </a:p>
        </p:txBody>
      </p:sp>
      <p:sp>
        <p:nvSpPr>
          <p:cNvPr id="5" name="Espace réservé du pied de page 4"/>
          <p:cNvSpPr>
            <a:spLocks noGrp="1"/>
          </p:cNvSpPr>
          <p:nvPr>
            <p:ph type="ftr" sz="quarter" idx="3"/>
          </p:nvPr>
        </p:nvSpPr>
        <p:spPr>
          <a:xfrm>
            <a:off x="3384550" y="6356350"/>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7099300" y="6356350"/>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8BB1D2-DF0C-4E25-9B3B-8F25D7D6C4AA}" type="slidenum">
              <a:rPr lang="fr-FR" smtClean="0"/>
              <a:t>‹N°›</a:t>
            </a:fld>
            <a:endParaRPr lang="fr-FR"/>
          </a:p>
        </p:txBody>
      </p:sp>
    </p:spTree>
    <p:extLst>
      <p:ext uri="{BB962C8B-B14F-4D97-AF65-F5344CB8AC3E}">
        <p14:creationId xmlns:p14="http://schemas.microsoft.com/office/powerpoint/2010/main" val="2228627476"/>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95300" y="1600200"/>
            <a:ext cx="89154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95300" y="6356350"/>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C6EB53-270A-4E15-8B93-7B764CB2B741}" type="datetimeFigureOut">
              <a:rPr lang="fr-FR" smtClean="0"/>
              <a:t>12/01/2021</a:t>
            </a:fld>
            <a:endParaRPr lang="fr-FR"/>
          </a:p>
        </p:txBody>
      </p:sp>
      <p:sp>
        <p:nvSpPr>
          <p:cNvPr id="5" name="Espace réservé du pied de page 4"/>
          <p:cNvSpPr>
            <a:spLocks noGrp="1"/>
          </p:cNvSpPr>
          <p:nvPr>
            <p:ph type="ftr" sz="quarter" idx="3"/>
          </p:nvPr>
        </p:nvSpPr>
        <p:spPr>
          <a:xfrm>
            <a:off x="3384550" y="6356350"/>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7099300" y="6356350"/>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A55EB8-6A65-4937-B784-4201E122F16E}" type="slidenum">
              <a:rPr lang="fr-FR" smtClean="0"/>
              <a:t>‹N°›</a:t>
            </a:fld>
            <a:endParaRPr lang="fr-FR"/>
          </a:p>
        </p:txBody>
      </p:sp>
    </p:spTree>
    <p:extLst>
      <p:ext uri="{BB962C8B-B14F-4D97-AF65-F5344CB8AC3E}">
        <p14:creationId xmlns:p14="http://schemas.microsoft.com/office/powerpoint/2010/main" val="4217158595"/>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cid:image001.png@01D2E05A.83439AD0"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30" descr="V 27 H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863" y="2085975"/>
            <a:ext cx="9505950"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3"/>
          <p:cNvSpPr>
            <a:spLocks noGrp="1" noChangeArrowheads="1"/>
          </p:cNvSpPr>
          <p:nvPr>
            <p:ph type="subTitle" idx="1"/>
          </p:nvPr>
        </p:nvSpPr>
        <p:spPr/>
        <p:txBody>
          <a:bodyPr/>
          <a:lstStyle/>
          <a:p>
            <a:pPr eaLnBrk="1" hangingPunct="1"/>
            <a:r>
              <a:rPr lang="fr-FR" altLang="fr-FR" dirty="0">
                <a:solidFill>
                  <a:srgbClr val="A0AEB9"/>
                </a:solidFill>
              </a:rPr>
              <a:t>SCCM</a:t>
            </a:r>
          </a:p>
        </p:txBody>
      </p:sp>
      <p:sp>
        <p:nvSpPr>
          <p:cNvPr id="3076" name="Rectangle 4"/>
          <p:cNvSpPr>
            <a:spLocks noGrp="1" noChangeArrowheads="1"/>
          </p:cNvSpPr>
          <p:nvPr>
            <p:ph type="ctrTitle"/>
          </p:nvPr>
        </p:nvSpPr>
        <p:spPr/>
        <p:txBody>
          <a:bodyPr/>
          <a:lstStyle/>
          <a:p>
            <a:pPr eaLnBrk="1" hangingPunct="1"/>
            <a:r>
              <a:rPr lang="fr-FR" altLang="fr-FR" sz="3200" dirty="0"/>
              <a:t>Patch Management </a:t>
            </a:r>
            <a:r>
              <a:rPr lang="fr-FR" altLang="fr-FR" sz="3200" dirty="0">
                <a:solidFill>
                  <a:srgbClr val="A0AEB9"/>
                </a:solidFill>
              </a:rPr>
              <a:t>for Windows Servers</a:t>
            </a:r>
            <a:br>
              <a:rPr lang="fr-FR" altLang="fr-FR" sz="3200" dirty="0">
                <a:solidFill>
                  <a:srgbClr val="A0AEB9"/>
                </a:solidFill>
              </a:rPr>
            </a:br>
            <a:endParaRPr lang="fr-FR" altLang="fr-FR" sz="3200" dirty="0"/>
          </a:p>
        </p:txBody>
      </p:sp>
      <p:sp>
        <p:nvSpPr>
          <p:cNvPr id="3077" name="Rectangle 5"/>
          <p:cNvSpPr>
            <a:spLocks noChangeArrowheads="1"/>
          </p:cNvSpPr>
          <p:nvPr/>
        </p:nvSpPr>
        <p:spPr bwMode="auto">
          <a:xfrm>
            <a:off x="173038" y="5412742"/>
            <a:ext cx="2276475" cy="348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lstStyle>
            <a:lvl1pPr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3175" indent="-180975"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185738" indent="-174625"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531813" indent="-169863"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989013" indent="-169863"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1446213" indent="-169863"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1903413" indent="-169863"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2360613" indent="-169863"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eaLnBrk="1" hangingPunct="1">
              <a:spcBef>
                <a:spcPct val="10000"/>
              </a:spcBef>
            </a:pPr>
            <a:r>
              <a:rPr lang="fr-FR" altLang="fr-FR" sz="2000" b="0" dirty="0">
                <a:solidFill>
                  <a:srgbClr val="A0AEB9"/>
                </a:solidFill>
                <a:latin typeface="+mn-lt"/>
                <a:cs typeface="+mn-cs"/>
              </a:rPr>
              <a:t>24/01/2020</a:t>
            </a:r>
          </a:p>
        </p:txBody>
      </p:sp>
      <p:sp>
        <p:nvSpPr>
          <p:cNvPr id="3078" name="Rectangle 6"/>
          <p:cNvSpPr>
            <a:spLocks noChangeArrowheads="1"/>
          </p:cNvSpPr>
          <p:nvPr/>
        </p:nvSpPr>
        <p:spPr bwMode="auto">
          <a:xfrm>
            <a:off x="155575" y="6299200"/>
            <a:ext cx="322897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lstStyle>
            <a:lvl1pPr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3175" indent="-180975"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185738" indent="-174625"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531813" indent="-169863"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989013" indent="-169863"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1446213" indent="-169863"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1903413" indent="-169863"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2360613" indent="-169863"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eaLnBrk="1" hangingPunct="1">
              <a:spcBef>
                <a:spcPct val="10000"/>
              </a:spcBef>
            </a:pPr>
            <a:endParaRPr lang="fr-FR" altLang="fr-FR" sz="1600" b="0" dirty="0">
              <a:solidFill>
                <a:srgbClr val="899BA9"/>
              </a:solidFill>
            </a:endParaRPr>
          </a:p>
        </p:txBody>
      </p:sp>
      <p:sp>
        <p:nvSpPr>
          <p:cNvPr id="3080" name="Line 28"/>
          <p:cNvSpPr>
            <a:spLocks noChangeShapeType="1"/>
          </p:cNvSpPr>
          <p:nvPr/>
        </p:nvSpPr>
        <p:spPr bwMode="auto">
          <a:xfrm flipV="1">
            <a:off x="1447800" y="2671763"/>
            <a:ext cx="8239125" cy="2654300"/>
          </a:xfrm>
          <a:prstGeom prst="line">
            <a:avLst/>
          </a:prstGeom>
          <a:noFill/>
          <a:ln w="12700">
            <a:solidFill>
              <a:srgbClr val="90D7E7"/>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endParaRPr lang="en-US" dirty="0"/>
          </a:p>
        </p:txBody>
      </p:sp>
      <p:sp>
        <p:nvSpPr>
          <p:cNvPr id="3081" name="Oval 29"/>
          <p:cNvSpPr>
            <a:spLocks noChangeArrowheads="1"/>
          </p:cNvSpPr>
          <p:nvPr/>
        </p:nvSpPr>
        <p:spPr bwMode="auto">
          <a:xfrm>
            <a:off x="9244013" y="2749550"/>
            <a:ext cx="93662" cy="93663"/>
          </a:xfrm>
          <a:prstGeom prst="ellipse">
            <a:avLst/>
          </a:prstGeom>
          <a:solidFill>
            <a:srgbClr val="90D7E7"/>
          </a:solidFill>
          <a:ln>
            <a:noFill/>
          </a:ln>
          <a:effectLst/>
          <a:extLst>
            <a:ext uri="{91240B29-F687-4F45-9708-019B960494DF}">
              <a14:hiddenLine xmlns:a14="http://schemas.microsoft.com/office/drawing/2010/main" w="9525" algn="ctr">
                <a:solidFill>
                  <a:srgbClr val="90D7E7"/>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143000" indent="-228600"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1600200" indent="-228600"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2057400" indent="-228600"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25146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29718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34290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38862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algn="ctr" eaLnBrk="1" hangingPunct="1">
              <a:lnSpc>
                <a:spcPct val="100000"/>
              </a:lnSpc>
              <a:spcBef>
                <a:spcPct val="0"/>
              </a:spcBef>
            </a:pPr>
            <a:endParaRPr lang="fr-FR" altLang="fr-FR" sz="800" b="0" dirty="0">
              <a:solidFill>
                <a:srgbClr val="A5003E"/>
              </a:solidFill>
            </a:endParaRPr>
          </a:p>
        </p:txBody>
      </p:sp>
      <p:pic>
        <p:nvPicPr>
          <p:cNvPr id="3" name="Image 1" descr="cid:image001.png@01D29DA5.8021F740"/>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8049430" y="5997576"/>
            <a:ext cx="150240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3"/>
          <p:cNvSpPr>
            <a:spLocks noGrp="1"/>
          </p:cNvSpPr>
          <p:nvPr>
            <p:ph type="sldNum" sz="quarter" idx="11"/>
          </p:nvPr>
        </p:nvSpPr>
        <p:spPr>
          <a:noFill/>
        </p:spPr>
        <p:txBody>
          <a:bodyPr/>
          <a:lstStyle>
            <a:lvl1pPr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143000" indent="-228600"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1600200" indent="-228600"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2057400" indent="-228600"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25146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29718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34290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38862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eaLnBrk="1" hangingPunct="1">
              <a:lnSpc>
                <a:spcPct val="100000"/>
              </a:lnSpc>
              <a:spcBef>
                <a:spcPct val="0"/>
              </a:spcBef>
            </a:pPr>
            <a:fld id="{2BB1B9C0-B688-44FC-AEC5-78310DBEA08C}" type="slidenum">
              <a:rPr lang="fr-FR" altLang="fr-FR" sz="800" b="0" smtClean="0"/>
              <a:pPr eaLnBrk="1" hangingPunct="1">
                <a:lnSpc>
                  <a:spcPct val="100000"/>
                </a:lnSpc>
                <a:spcBef>
                  <a:spcPct val="0"/>
                </a:spcBef>
              </a:pPr>
              <a:t>2</a:t>
            </a:fld>
            <a:endParaRPr lang="fr-FR" altLang="fr-FR" sz="800" b="0" dirty="0"/>
          </a:p>
        </p:txBody>
      </p:sp>
      <p:sp>
        <p:nvSpPr>
          <p:cNvPr id="7172" name="Rectangle 2"/>
          <p:cNvSpPr>
            <a:spLocks noGrp="1" noChangeArrowheads="1"/>
          </p:cNvSpPr>
          <p:nvPr>
            <p:ph type="title"/>
          </p:nvPr>
        </p:nvSpPr>
        <p:spPr>
          <a:xfrm>
            <a:off x="306278" y="115888"/>
            <a:ext cx="9344025" cy="430887"/>
          </a:xfrm>
          <a:noFill/>
        </p:spPr>
        <p:txBody>
          <a:bodyPr>
            <a:spAutoFit/>
          </a:bodyPr>
          <a:lstStyle/>
          <a:p>
            <a:r>
              <a:rPr lang="fr-FR" sz="2800" dirty="0">
                <a:solidFill>
                  <a:srgbClr val="899BA9"/>
                </a:solidFill>
              </a:rPr>
              <a:t>Introduction</a:t>
            </a:r>
          </a:p>
        </p:txBody>
      </p:sp>
      <p:sp>
        <p:nvSpPr>
          <p:cNvPr id="7174" name="Rectangle 4"/>
          <p:cNvSpPr>
            <a:spLocks noChangeArrowheads="1"/>
          </p:cNvSpPr>
          <p:nvPr/>
        </p:nvSpPr>
        <p:spPr bwMode="auto">
          <a:xfrm>
            <a:off x="174624" y="1536699"/>
            <a:ext cx="9459026" cy="508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0"/>
          <a:lstStyle>
            <a:lvl1pPr marL="342900" indent="-342900"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85738" indent="-182563"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363538" indent="-176213"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550863" indent="-185738"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10080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14652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19224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23796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lvl="5">
              <a:buFont typeface="Arial" panose="020B0604020202020204" pitchFamily="34" charset="0"/>
              <a:buChar char="•"/>
            </a:pPr>
            <a:r>
              <a:rPr lang="en-US" altLang="fr-FR" sz="1800" dirty="0"/>
              <a:t>What is SCCM ?</a:t>
            </a:r>
          </a:p>
          <a:p>
            <a:pPr lvl="6">
              <a:buFont typeface="Arial" panose="020B0604020202020204" pitchFamily="34" charset="0"/>
              <a:buChar char="•"/>
            </a:pPr>
            <a:r>
              <a:rPr lang="en-US" sz="1800" dirty="0"/>
              <a:t>System Center Configuration Manager (SCCM) helps IT manage PCs and servers. By using SCCM, administrators can fully keep system and software up-to-date, setting configuration and security policies. </a:t>
            </a:r>
            <a:r>
              <a:rPr lang="fr-FR" sz="1800" dirty="0"/>
              <a:t>Configuration Manager </a:t>
            </a:r>
            <a:r>
              <a:rPr lang="fr-FR" sz="1800" dirty="0" err="1"/>
              <a:t>provides</a:t>
            </a:r>
            <a:r>
              <a:rPr lang="fr-FR" sz="1800" dirty="0"/>
              <a:t> </a:t>
            </a:r>
            <a:r>
              <a:rPr lang="fr-FR" sz="1800" dirty="0" err="1"/>
              <a:t>remote</a:t>
            </a:r>
            <a:r>
              <a:rPr lang="fr-FR" sz="1800" dirty="0"/>
              <a:t> control and </a:t>
            </a:r>
            <a:r>
              <a:rPr lang="en-US" sz="1800" dirty="0"/>
              <a:t>monitoring system status  </a:t>
            </a:r>
          </a:p>
          <a:p>
            <a:pPr lvl="6">
              <a:buFont typeface="Arial" panose="020B0604020202020204" pitchFamily="34" charset="0"/>
              <a:buChar char="•"/>
            </a:pPr>
            <a:endParaRPr lang="en-US" sz="1800" dirty="0"/>
          </a:p>
          <a:p>
            <a:pPr lvl="6">
              <a:buFont typeface="Arial" panose="020B0604020202020204" pitchFamily="34" charset="0"/>
              <a:buChar char="•"/>
            </a:pPr>
            <a:endParaRPr lang="en-US" altLang="fr-FR" sz="1800" dirty="0"/>
          </a:p>
          <a:p>
            <a:pPr marL="822325" lvl="5" indent="0">
              <a:buNone/>
            </a:pPr>
            <a:endParaRPr lang="en-US" altLang="fr-FR" sz="1800" dirty="0"/>
          </a:p>
          <a:p>
            <a:pPr marL="822325" lvl="5" indent="0">
              <a:buNone/>
            </a:pPr>
            <a:endParaRPr lang="fr-FR" altLang="fr-FR" sz="1800" dirty="0"/>
          </a:p>
        </p:txBody>
      </p:sp>
    </p:spTree>
    <p:extLst>
      <p:ext uri="{BB962C8B-B14F-4D97-AF65-F5344CB8AC3E}">
        <p14:creationId xmlns:p14="http://schemas.microsoft.com/office/powerpoint/2010/main" val="3233688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Espace réservé du numéro de diapositive 3"/>
          <p:cNvSpPr>
            <a:spLocks noGrp="1"/>
          </p:cNvSpPr>
          <p:nvPr>
            <p:ph type="sldNum" sz="quarter" idx="11"/>
          </p:nvPr>
        </p:nvSpPr>
        <p:spPr>
          <a:noFill/>
        </p:spPr>
        <p:txBody>
          <a:bodyPr/>
          <a:lstStyle>
            <a:lvl1pPr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143000" indent="-228600"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1600200" indent="-228600"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2057400" indent="-228600"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25146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29718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34290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3886200" indent="-228600"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eaLnBrk="1" hangingPunct="1">
              <a:lnSpc>
                <a:spcPct val="100000"/>
              </a:lnSpc>
              <a:spcBef>
                <a:spcPct val="0"/>
              </a:spcBef>
            </a:pPr>
            <a:fld id="{2BB1B9C0-B688-44FC-AEC5-78310DBEA08C}" type="slidenum">
              <a:rPr lang="fr-FR" altLang="fr-FR" sz="800" b="0" smtClean="0"/>
              <a:pPr eaLnBrk="1" hangingPunct="1">
                <a:lnSpc>
                  <a:spcPct val="100000"/>
                </a:lnSpc>
                <a:spcBef>
                  <a:spcPct val="0"/>
                </a:spcBef>
              </a:pPr>
              <a:t>3</a:t>
            </a:fld>
            <a:endParaRPr lang="fr-FR" altLang="fr-FR" sz="800" b="0" dirty="0"/>
          </a:p>
        </p:txBody>
      </p:sp>
      <p:sp>
        <p:nvSpPr>
          <p:cNvPr id="7172" name="Rectangle 2"/>
          <p:cNvSpPr>
            <a:spLocks noGrp="1" noChangeArrowheads="1"/>
          </p:cNvSpPr>
          <p:nvPr>
            <p:ph type="title"/>
          </p:nvPr>
        </p:nvSpPr>
        <p:spPr>
          <a:xfrm>
            <a:off x="306278" y="115888"/>
            <a:ext cx="9344025" cy="430887"/>
          </a:xfrm>
          <a:noFill/>
        </p:spPr>
        <p:txBody>
          <a:bodyPr>
            <a:spAutoFit/>
          </a:bodyPr>
          <a:lstStyle/>
          <a:p>
            <a:r>
              <a:rPr lang="fr-FR" sz="2800" dirty="0" err="1">
                <a:solidFill>
                  <a:srgbClr val="899BA9"/>
                </a:solidFill>
              </a:rPr>
              <a:t>Purpose</a:t>
            </a:r>
            <a:endParaRPr lang="fr-FR" sz="2800" dirty="0">
              <a:solidFill>
                <a:srgbClr val="899BA9"/>
              </a:solidFill>
            </a:endParaRPr>
          </a:p>
        </p:txBody>
      </p:sp>
      <p:sp>
        <p:nvSpPr>
          <p:cNvPr id="7174" name="Rectangle 4"/>
          <p:cNvSpPr>
            <a:spLocks noChangeArrowheads="1"/>
          </p:cNvSpPr>
          <p:nvPr/>
        </p:nvSpPr>
        <p:spPr bwMode="auto">
          <a:xfrm>
            <a:off x="174624" y="1536699"/>
            <a:ext cx="9459026" cy="508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0"/>
          <a:lstStyle>
            <a:lvl1pPr marL="342900" indent="-342900"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85738" indent="-182563"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363538" indent="-176213"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550863" indent="-185738"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10080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14652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19224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23796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marL="822325" lvl="5" indent="0">
              <a:buNone/>
            </a:pPr>
            <a:r>
              <a:rPr lang="en-US" altLang="fr-FR" sz="1800" dirty="0"/>
              <a:t>Why should we use SCCM ?</a:t>
            </a:r>
          </a:p>
          <a:p>
            <a:pPr lvl="5">
              <a:buFont typeface="Arial" panose="020B0604020202020204" pitchFamily="34" charset="0"/>
              <a:buChar char="•"/>
            </a:pPr>
            <a:r>
              <a:rPr lang="en-US" altLang="fr-FR" sz="1800" dirty="0"/>
              <a:t>To avoid security risks by protecting our system from malicious software</a:t>
            </a:r>
          </a:p>
          <a:p>
            <a:pPr lvl="6">
              <a:buFont typeface="Arial" panose="020B0604020202020204" pitchFamily="34" charset="0"/>
              <a:buChar char="•"/>
            </a:pPr>
            <a:r>
              <a:rPr lang="en-US" altLang="fr-FR" sz="1800" dirty="0"/>
              <a:t>Potential consequences of not installing security updates are damaged software, loss of data, or identity theft. Every year, malware causes damage of millions of dollars worldwide. The main reason is that users don’t install critical software or security updates, allowing malware to exploit loopholes that have long been patched. Vulnerabilities can potentially be exploited within hours of them becoming publicly known. So once a security update is available, we should install the fix to protect our system from malware attacks.</a:t>
            </a:r>
          </a:p>
          <a:p>
            <a:pPr marL="822325" lvl="5" indent="0">
              <a:buNone/>
            </a:pPr>
            <a:endParaRPr lang="en-US" altLang="fr-FR" sz="1800" dirty="0"/>
          </a:p>
          <a:p>
            <a:pPr lvl="5">
              <a:buFont typeface="Arial" panose="020B0604020202020204" pitchFamily="34" charset="0"/>
              <a:buChar char="•"/>
            </a:pPr>
            <a:endParaRPr lang="en-US" altLang="fr-FR" sz="1800" dirty="0"/>
          </a:p>
          <a:p>
            <a:pPr marL="822325" lvl="5" indent="0">
              <a:buNone/>
            </a:pPr>
            <a:endParaRPr lang="fr-FR" altLang="fr-FR" sz="1800" dirty="0"/>
          </a:p>
        </p:txBody>
      </p:sp>
    </p:spTree>
    <p:extLst>
      <p:ext uri="{BB962C8B-B14F-4D97-AF65-F5344CB8AC3E}">
        <p14:creationId xmlns:p14="http://schemas.microsoft.com/office/powerpoint/2010/main" val="2755820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z="2800" dirty="0">
                <a:solidFill>
                  <a:srgbClr val="899BA9"/>
                </a:solidFill>
              </a:rPr>
              <a:t>Goal of this presentation</a:t>
            </a:r>
            <a:endParaRPr lang="en-US" sz="2800" dirty="0"/>
          </a:p>
        </p:txBody>
      </p:sp>
      <p:sp>
        <p:nvSpPr>
          <p:cNvPr id="4" name="Espace réservé du numéro de diapositive 3"/>
          <p:cNvSpPr>
            <a:spLocks noGrp="1"/>
          </p:cNvSpPr>
          <p:nvPr>
            <p:ph type="sldNum" sz="quarter" idx="11"/>
          </p:nvPr>
        </p:nvSpPr>
        <p:spPr/>
        <p:txBody>
          <a:bodyPr/>
          <a:lstStyle/>
          <a:p>
            <a:pPr>
              <a:defRPr/>
            </a:pPr>
            <a:fld id="{733FADA7-465C-4B08-ADB5-ACA6BABED4DE}" type="slidenum">
              <a:rPr lang="fr-FR" altLang="fr-FR" smtClean="0"/>
              <a:pPr>
                <a:defRPr/>
              </a:pPr>
              <a:t>4</a:t>
            </a:fld>
            <a:endParaRPr lang="fr-FR" altLang="fr-FR" dirty="0"/>
          </a:p>
        </p:txBody>
      </p:sp>
      <p:sp>
        <p:nvSpPr>
          <p:cNvPr id="5" name="Rectangle 4"/>
          <p:cNvSpPr>
            <a:spLocks noChangeArrowheads="1"/>
          </p:cNvSpPr>
          <p:nvPr/>
        </p:nvSpPr>
        <p:spPr bwMode="auto">
          <a:xfrm>
            <a:off x="174624" y="1536699"/>
            <a:ext cx="9459026" cy="508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0"/>
          <a:lstStyle>
            <a:lvl1pPr marL="342900" indent="-342900"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85738" indent="-182563"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363538" indent="-176213"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550863" indent="-185738"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10080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14652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19224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23796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lvl="5">
              <a:buFont typeface="Arial" panose="020B0604020202020204" pitchFamily="34" charset="0"/>
              <a:buChar char="•"/>
            </a:pPr>
            <a:endParaRPr lang="fr-FR" altLang="fr-FR" sz="1800" dirty="0"/>
          </a:p>
        </p:txBody>
      </p:sp>
      <p:sp>
        <p:nvSpPr>
          <p:cNvPr id="6" name="Rectangle 4"/>
          <p:cNvSpPr>
            <a:spLocks noChangeArrowheads="1"/>
          </p:cNvSpPr>
          <p:nvPr/>
        </p:nvSpPr>
        <p:spPr bwMode="auto">
          <a:xfrm>
            <a:off x="327024" y="1689099"/>
            <a:ext cx="9459026" cy="508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0"/>
          <a:lstStyle>
            <a:lvl1pPr marL="342900" indent="-342900"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85738" indent="-182563"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363538" indent="-176213"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550863" indent="-185738"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10080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14652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19224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23796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lvl="5">
              <a:buFont typeface="Arial" panose="020B0604020202020204" pitchFamily="34" charset="0"/>
              <a:buChar char="•"/>
            </a:pPr>
            <a:r>
              <a:rPr lang="en-US" altLang="fr-FR" sz="1800" dirty="0"/>
              <a:t>Validated with SSI committee the following target :</a:t>
            </a:r>
          </a:p>
          <a:p>
            <a:pPr lvl="6">
              <a:buFont typeface="Arial" panose="020B0604020202020204" pitchFamily="34" charset="0"/>
              <a:buChar char="•"/>
            </a:pPr>
            <a:r>
              <a:rPr lang="en-US" altLang="fr-FR" sz="1800" dirty="0"/>
              <a:t>Implement security and critical updates for Windows servers and workstations</a:t>
            </a:r>
          </a:p>
          <a:p>
            <a:pPr lvl="6">
              <a:buFont typeface="Arial" panose="020B0604020202020204" pitchFamily="34" charset="0"/>
              <a:buChar char="•"/>
            </a:pPr>
            <a:r>
              <a:rPr lang="en-US" altLang="fr-FR" sz="1800" dirty="0"/>
              <a:t>Implement automatic restart for workstations and servers once per month </a:t>
            </a:r>
          </a:p>
          <a:p>
            <a:pPr lvl="6">
              <a:buFont typeface="Arial" panose="020B0604020202020204" pitchFamily="34" charset="0"/>
              <a:buChar char="•"/>
            </a:pPr>
            <a:r>
              <a:rPr lang="en-US" altLang="fr-FR" sz="1800" dirty="0"/>
              <a:t>Keep track of updates approval in Jira</a:t>
            </a:r>
          </a:p>
          <a:p>
            <a:pPr lvl="6">
              <a:buFont typeface="Arial" panose="020B0604020202020204" pitchFamily="34" charset="0"/>
              <a:buChar char="•"/>
            </a:pPr>
            <a:endParaRPr lang="en-US" altLang="fr-FR" sz="1800" dirty="0"/>
          </a:p>
          <a:p>
            <a:pPr lvl="5">
              <a:buFont typeface="Arial" panose="020B0604020202020204" pitchFamily="34" charset="0"/>
              <a:buChar char="•"/>
            </a:pPr>
            <a:r>
              <a:rPr lang="en-US" altLang="fr-FR" sz="1800" dirty="0"/>
              <a:t>Validated that SSI committee should communicate to all users why it is required to restart computers for security reasons. (Applying updates without restarting the computers is not efficient)</a:t>
            </a:r>
          </a:p>
          <a:p>
            <a:pPr lvl="5">
              <a:buFont typeface="Arial" panose="020B0604020202020204" pitchFamily="34" charset="0"/>
              <a:buChar char="•"/>
            </a:pPr>
            <a:endParaRPr lang="en-US" altLang="fr-FR" sz="1800" dirty="0"/>
          </a:p>
          <a:p>
            <a:pPr lvl="5">
              <a:buFont typeface="Arial" panose="020B0604020202020204" pitchFamily="34" charset="0"/>
              <a:buChar char="•"/>
            </a:pPr>
            <a:endParaRPr lang="en-US" altLang="fr-FR" sz="1800" dirty="0"/>
          </a:p>
          <a:p>
            <a:pPr lvl="5">
              <a:buFont typeface="Arial" panose="020B0604020202020204" pitchFamily="34" charset="0"/>
              <a:buChar char="•"/>
            </a:pPr>
            <a:endParaRPr lang="en-US" altLang="fr-FR" sz="1800" dirty="0"/>
          </a:p>
          <a:p>
            <a:pPr lvl="5">
              <a:buFont typeface="Arial" panose="020B0604020202020204" pitchFamily="34" charset="0"/>
              <a:buChar char="•"/>
            </a:pPr>
            <a:endParaRPr lang="en-US" altLang="fr-FR" sz="1800" dirty="0"/>
          </a:p>
          <a:p>
            <a:pPr marL="822325" lvl="5" indent="0">
              <a:buNone/>
            </a:pPr>
            <a:endParaRPr lang="fr-FR" altLang="fr-FR" sz="1800" dirty="0"/>
          </a:p>
        </p:txBody>
      </p:sp>
    </p:spTree>
    <p:extLst>
      <p:ext uri="{BB962C8B-B14F-4D97-AF65-F5344CB8AC3E}">
        <p14:creationId xmlns:p14="http://schemas.microsoft.com/office/powerpoint/2010/main" val="3895739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800" dirty="0">
                <a:solidFill>
                  <a:srgbClr val="899BA9"/>
                </a:solidFill>
              </a:rPr>
              <a:t>Architecture </a:t>
            </a:r>
            <a:r>
              <a:rPr lang="en-US" sz="2800" dirty="0">
                <a:solidFill>
                  <a:srgbClr val="899BA9"/>
                </a:solidFill>
              </a:rPr>
              <a:t>Overview</a:t>
            </a:r>
            <a:endParaRPr lang="en-US" sz="2800" dirty="0"/>
          </a:p>
        </p:txBody>
      </p:sp>
      <p:sp>
        <p:nvSpPr>
          <p:cNvPr id="4" name="Espace réservé du numéro de diapositive 3"/>
          <p:cNvSpPr>
            <a:spLocks noGrp="1"/>
          </p:cNvSpPr>
          <p:nvPr>
            <p:ph type="sldNum" sz="quarter" idx="11"/>
          </p:nvPr>
        </p:nvSpPr>
        <p:spPr/>
        <p:txBody>
          <a:bodyPr/>
          <a:lstStyle/>
          <a:p>
            <a:pPr>
              <a:defRPr/>
            </a:pPr>
            <a:fld id="{733FADA7-465C-4B08-ADB5-ACA6BABED4DE}" type="slidenum">
              <a:rPr lang="fr-FR" altLang="fr-FR" smtClean="0"/>
              <a:pPr>
                <a:defRPr/>
              </a:pPr>
              <a:t>5</a:t>
            </a:fld>
            <a:endParaRPr lang="fr-FR" altLang="fr-FR" dirty="0"/>
          </a:p>
        </p:txBody>
      </p:sp>
      <p:sp>
        <p:nvSpPr>
          <p:cNvPr id="5" name="AutoShape 2" descr="https://wiki.oddo.fr/download/attachments/40211501/SCHEMA%20GLOBAL%20INFRA%20WSUS%203.jpg?version=2&amp;modificationDate=1441304704117&amp;api=v2"/>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140E6329-8F85-45DA-A77E-7C606CB09611}"/>
              </a:ext>
            </a:extLst>
          </p:cNvPr>
          <p:cNvPicPr>
            <a:picLocks noChangeAspect="1"/>
          </p:cNvPicPr>
          <p:nvPr/>
        </p:nvPicPr>
        <p:blipFill>
          <a:blip r:embed="rId2"/>
          <a:stretch>
            <a:fillRect/>
          </a:stretch>
        </p:blipFill>
        <p:spPr>
          <a:xfrm>
            <a:off x="0" y="960422"/>
            <a:ext cx="9906000" cy="4937155"/>
          </a:xfrm>
          <a:prstGeom prst="rect">
            <a:avLst/>
          </a:prstGeom>
        </p:spPr>
      </p:pic>
    </p:spTree>
    <p:extLst>
      <p:ext uri="{BB962C8B-B14F-4D97-AF65-F5344CB8AC3E}">
        <p14:creationId xmlns:p14="http://schemas.microsoft.com/office/powerpoint/2010/main" val="4105619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z="2800" dirty="0">
                <a:solidFill>
                  <a:srgbClr val="899BA9"/>
                </a:solidFill>
              </a:rPr>
              <a:t>Schedule for Servers</a:t>
            </a:r>
            <a:endParaRPr lang="en-US" sz="2800" dirty="0"/>
          </a:p>
        </p:txBody>
      </p:sp>
      <p:sp>
        <p:nvSpPr>
          <p:cNvPr id="4" name="Espace réservé du numéro de diapositive 3"/>
          <p:cNvSpPr>
            <a:spLocks noGrp="1"/>
          </p:cNvSpPr>
          <p:nvPr>
            <p:ph type="sldNum" sz="quarter" idx="11"/>
          </p:nvPr>
        </p:nvSpPr>
        <p:spPr/>
        <p:txBody>
          <a:bodyPr/>
          <a:lstStyle/>
          <a:p>
            <a:pPr>
              <a:defRPr/>
            </a:pPr>
            <a:fld id="{733FADA7-465C-4B08-ADB5-ACA6BABED4DE}" type="slidenum">
              <a:rPr lang="fr-FR" altLang="fr-FR" smtClean="0"/>
              <a:pPr>
                <a:defRPr/>
              </a:pPr>
              <a:t>6</a:t>
            </a:fld>
            <a:endParaRPr lang="fr-FR" altLang="fr-FR" dirty="0"/>
          </a:p>
        </p:txBody>
      </p:sp>
      <p:sp>
        <p:nvSpPr>
          <p:cNvPr id="5" name="Rectangle 4"/>
          <p:cNvSpPr>
            <a:spLocks noChangeArrowheads="1"/>
          </p:cNvSpPr>
          <p:nvPr/>
        </p:nvSpPr>
        <p:spPr bwMode="auto">
          <a:xfrm>
            <a:off x="174624" y="1536699"/>
            <a:ext cx="9459026" cy="508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0"/>
          <a:lstStyle>
            <a:lvl1pPr marL="342900" indent="-342900"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85738" indent="-182563"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363538" indent="-176213"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550863" indent="-185738"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10080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14652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19224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23796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lvl="5">
              <a:buFont typeface="Arial" panose="020B0604020202020204" pitchFamily="34" charset="0"/>
              <a:buChar char="•"/>
            </a:pPr>
            <a:endParaRPr lang="fr-FR" altLang="fr-FR" sz="1800" dirty="0"/>
          </a:p>
        </p:txBody>
      </p:sp>
      <p:graphicFrame>
        <p:nvGraphicFramePr>
          <p:cNvPr id="7" name="Tableau 6"/>
          <p:cNvGraphicFramePr>
            <a:graphicFrameLocks noGrp="1"/>
          </p:cNvGraphicFramePr>
          <p:nvPr>
            <p:extLst>
              <p:ext uri="{D42A27DB-BD31-4B8C-83A1-F6EECF244321}">
                <p14:modId xmlns:p14="http://schemas.microsoft.com/office/powerpoint/2010/main" val="745536013"/>
              </p:ext>
            </p:extLst>
          </p:nvPr>
        </p:nvGraphicFramePr>
        <p:xfrm>
          <a:off x="344487" y="838200"/>
          <a:ext cx="9344025" cy="3649980"/>
        </p:xfrm>
        <a:graphic>
          <a:graphicData uri="http://schemas.openxmlformats.org/drawingml/2006/table">
            <a:tbl>
              <a:tblPr firstRow="1" bandRow="1">
                <a:tableStyleId>{5C22544A-7EE6-4342-B048-85BDC9FD1C3A}</a:tableStyleId>
              </a:tblPr>
              <a:tblGrid>
                <a:gridCol w="1080023">
                  <a:extLst>
                    <a:ext uri="{9D8B030D-6E8A-4147-A177-3AD203B41FA5}">
                      <a16:colId xmlns:a16="http://schemas.microsoft.com/office/drawing/2014/main" val="20000"/>
                    </a:ext>
                  </a:extLst>
                </a:gridCol>
                <a:gridCol w="2304320">
                  <a:extLst>
                    <a:ext uri="{9D8B030D-6E8A-4147-A177-3AD203B41FA5}">
                      <a16:colId xmlns:a16="http://schemas.microsoft.com/office/drawing/2014/main" val="20001"/>
                    </a:ext>
                  </a:extLst>
                </a:gridCol>
                <a:gridCol w="4608640">
                  <a:extLst>
                    <a:ext uri="{9D8B030D-6E8A-4147-A177-3AD203B41FA5}">
                      <a16:colId xmlns:a16="http://schemas.microsoft.com/office/drawing/2014/main" val="20002"/>
                    </a:ext>
                  </a:extLst>
                </a:gridCol>
                <a:gridCol w="1351042">
                  <a:extLst>
                    <a:ext uri="{9D8B030D-6E8A-4147-A177-3AD203B41FA5}">
                      <a16:colId xmlns:a16="http://schemas.microsoft.com/office/drawing/2014/main" val="20003"/>
                    </a:ext>
                  </a:extLst>
                </a:gridCol>
              </a:tblGrid>
              <a:tr h="259648">
                <a:tc gridSpan="4">
                  <a:txBody>
                    <a:bodyPr/>
                    <a:lstStyle/>
                    <a:p>
                      <a:r>
                        <a:rPr lang="en-US" sz="1600" dirty="0"/>
                        <a:t>Updates Installation</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596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Every Saturday </a:t>
                      </a:r>
                      <a:r>
                        <a:rPr kumimoji="0" lang="en-US" sz="1050" b="0" i="0" u="none" strike="noStrike" kern="1200" cap="none" spc="0" normalizeH="0" baseline="0" noProof="0" dirty="0">
                          <a:ln>
                            <a:noFill/>
                          </a:ln>
                          <a:solidFill>
                            <a:srgbClr val="000000"/>
                          </a:solidFill>
                          <a:effectLst/>
                          <a:uLnTx/>
                          <a:uFillTx/>
                          <a:latin typeface="Arial"/>
                          <a:ea typeface="+mn-ea"/>
                          <a:cs typeface="Arial"/>
                        </a:rPr>
                        <a:t>–  Starting from 4 PM to Midnight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mn-lt"/>
                          <a:ea typeface="+mn-ea"/>
                          <a:cs typeface="+mn-cs"/>
                        </a:rPr>
                        <a:t>Saturday –  Starting from 4 PM to Midnight</a:t>
                      </a:r>
                    </a:p>
                  </a:txBody>
                  <a:tcPr/>
                </a:tc>
                <a:tc>
                  <a:txBody>
                    <a:bodyPr/>
                    <a:lstStyle/>
                    <a:p>
                      <a:endParaRPr lang="en-US" sz="1200" b="0" baseline="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Validation group</a:t>
                      </a:r>
                    </a:p>
                  </a:txBody>
                  <a:tcPr/>
                </a:tc>
                <a:extLst>
                  <a:ext uri="{0D108BD9-81ED-4DB2-BD59-A6C34878D82A}">
                    <a16:rowId xmlns:a16="http://schemas.microsoft.com/office/drawing/2014/main" val="10001"/>
                  </a:ext>
                </a:extLst>
              </a:tr>
              <a:tr h="2596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baseline="0" dirty="0"/>
                        <a:t>3</a:t>
                      </a:r>
                      <a:r>
                        <a:rPr lang="en-US" sz="1200" b="0" baseline="30000" dirty="0"/>
                        <a:t>rd</a:t>
                      </a:r>
                      <a:r>
                        <a:rPr lang="en-US" sz="1200" b="0" baseline="0" dirty="0"/>
                        <a:t> </a:t>
                      </a:r>
                      <a:r>
                        <a:rPr lang="en-US" sz="1200" b="0" dirty="0"/>
                        <a:t>Saturday</a:t>
                      </a:r>
                    </a:p>
                    <a:p>
                      <a:endParaRPr lang="en-US" sz="1200" b="0" dirty="0"/>
                    </a:p>
                  </a:txBody>
                  <a:tcPr/>
                </a:tc>
                <a:tc>
                  <a:txBody>
                    <a:bodyPr/>
                    <a:lstStyle/>
                    <a:p>
                      <a:r>
                        <a:rPr lang="en-US" sz="1200" b="0" dirty="0"/>
                        <a:t>Saturday </a:t>
                      </a:r>
                      <a:r>
                        <a:rPr lang="en-US" sz="1050" b="0" dirty="0"/>
                        <a:t>–  Starting from 4 PM to Midnight</a:t>
                      </a:r>
                    </a:p>
                    <a:p>
                      <a:endParaRPr lang="en-US" sz="12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Install </a:t>
                      </a:r>
                      <a:r>
                        <a:rPr lang="en-US" sz="1200" b="0" baseline="0" dirty="0"/>
                        <a:t>of new updates and restart (Updates Published &lt; </a:t>
                      </a:r>
                      <a:r>
                        <a:rPr lang="en-US" sz="1200" b="0" baseline="0" dirty="0">
                          <a:solidFill>
                            <a:srgbClr val="FF0000"/>
                          </a:solidFill>
                        </a:rPr>
                        <a:t>1 week</a:t>
                      </a:r>
                      <a:r>
                        <a:rPr lang="en-US" sz="1200" b="0" baseline="0" dirty="0"/>
                        <a:t>)</a:t>
                      </a:r>
                    </a:p>
                    <a:p>
                      <a:endParaRPr lang="en-US" sz="1200" b="0" baseline="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Update group1</a:t>
                      </a:r>
                    </a:p>
                  </a:txBody>
                  <a:tcPr/>
                </a:tc>
                <a:extLst>
                  <a:ext uri="{0D108BD9-81ED-4DB2-BD59-A6C34878D82A}">
                    <a16:rowId xmlns:a16="http://schemas.microsoft.com/office/drawing/2014/main" val="10002"/>
                  </a:ext>
                </a:extLst>
              </a:tr>
              <a:tr h="259648">
                <a:tc>
                  <a:txBody>
                    <a:bodyPr/>
                    <a:lstStyle/>
                    <a:p>
                      <a:r>
                        <a:rPr lang="en-US" sz="1200" b="0" baseline="0" dirty="0"/>
                        <a:t>4</a:t>
                      </a:r>
                      <a:r>
                        <a:rPr lang="en-US" sz="1200" b="0" baseline="30000" dirty="0"/>
                        <a:t>th</a:t>
                      </a:r>
                      <a:r>
                        <a:rPr lang="en-US" sz="1200" b="0" baseline="0" dirty="0"/>
                        <a:t> </a:t>
                      </a:r>
                      <a:r>
                        <a:rPr lang="en-US" sz="1200" b="0" dirty="0"/>
                        <a:t>Saturday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Saturday –  Starting from 4 PM to Midnight</a:t>
                      </a:r>
                    </a:p>
                    <a:p>
                      <a:endParaRPr lang="en-US" sz="12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Install </a:t>
                      </a:r>
                      <a:r>
                        <a:rPr lang="en-US" sz="1200" b="0" baseline="0" dirty="0"/>
                        <a:t>of new updates and restart (Updates Published &lt; </a:t>
                      </a:r>
                      <a:r>
                        <a:rPr lang="en-US" sz="1200" b="0" baseline="0" dirty="0">
                          <a:solidFill>
                            <a:srgbClr val="FF0000"/>
                          </a:solidFill>
                        </a:rPr>
                        <a:t>2 weeks</a:t>
                      </a:r>
                      <a:r>
                        <a:rPr lang="en-US" sz="1200" b="0" baseline="0" dirty="0"/>
                        <a:t>)</a:t>
                      </a:r>
                    </a:p>
                    <a:p>
                      <a:endParaRPr lang="en-US" sz="1200" b="0" baseline="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Update group2</a:t>
                      </a:r>
                    </a:p>
                  </a:txBody>
                  <a:tcPr/>
                </a:tc>
                <a:extLst>
                  <a:ext uri="{0D108BD9-81ED-4DB2-BD59-A6C34878D82A}">
                    <a16:rowId xmlns:a16="http://schemas.microsoft.com/office/drawing/2014/main" val="10003"/>
                  </a:ext>
                </a:extLst>
              </a:tr>
              <a:tr h="259648">
                <a:tc>
                  <a:txBody>
                    <a:bodyPr/>
                    <a:lstStyle/>
                    <a:p>
                      <a:r>
                        <a:rPr lang="en-US" sz="1200" b="0" baseline="0" dirty="0"/>
                        <a:t>The next Month        1</a:t>
                      </a:r>
                      <a:r>
                        <a:rPr lang="en-US" sz="1200" b="0" baseline="30000" dirty="0"/>
                        <a:t>st</a:t>
                      </a:r>
                      <a:r>
                        <a:rPr lang="en-US" sz="1200" b="0" baseline="0" dirty="0"/>
                        <a:t> </a:t>
                      </a:r>
                      <a:r>
                        <a:rPr lang="en-US" sz="1200" b="0" dirty="0"/>
                        <a:t> Saturday</a:t>
                      </a:r>
                    </a:p>
                  </a:txBody>
                  <a:tcPr/>
                </a:tc>
                <a:tc>
                  <a:txBody>
                    <a:bodyPr/>
                    <a:lstStyle/>
                    <a:p>
                      <a:r>
                        <a:rPr lang="en-US" sz="1200" b="0" dirty="0"/>
                        <a:t>Saturday –  Starting from 4 PM to Midnight</a:t>
                      </a:r>
                    </a:p>
                    <a:p>
                      <a:endParaRPr lang="en-US" sz="12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Install </a:t>
                      </a:r>
                      <a:r>
                        <a:rPr lang="en-US" sz="1200" b="0" baseline="0" dirty="0"/>
                        <a:t>of new updates and restart (Updates Published &lt; </a:t>
                      </a:r>
                      <a:r>
                        <a:rPr lang="en-US" sz="1200" b="0" baseline="0" dirty="0">
                          <a:solidFill>
                            <a:srgbClr val="FF0000"/>
                          </a:solidFill>
                        </a:rPr>
                        <a:t>3 weeks</a:t>
                      </a:r>
                      <a:r>
                        <a:rPr lang="en-US" sz="1200" b="0" baseline="0" dirty="0"/>
                        <a:t>)</a:t>
                      </a:r>
                    </a:p>
                    <a:p>
                      <a:endParaRPr lang="en-US" sz="1200" b="0" baseline="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Update group3</a:t>
                      </a:r>
                    </a:p>
                  </a:txBody>
                  <a:tcPr/>
                </a:tc>
                <a:extLst>
                  <a:ext uri="{0D108BD9-81ED-4DB2-BD59-A6C34878D82A}">
                    <a16:rowId xmlns:a16="http://schemas.microsoft.com/office/drawing/2014/main" val="10004"/>
                  </a:ext>
                </a:extLst>
              </a:tr>
              <a:tr h="259648">
                <a:tc>
                  <a:txBody>
                    <a:bodyPr/>
                    <a:lstStyle/>
                    <a:p>
                      <a:r>
                        <a:rPr lang="en-US" sz="1200" b="0" baseline="0" dirty="0"/>
                        <a:t>The next Month       2</a:t>
                      </a:r>
                      <a:r>
                        <a:rPr lang="en-US" sz="1200" b="0" baseline="30000" dirty="0"/>
                        <a:t>nd</a:t>
                      </a:r>
                      <a:r>
                        <a:rPr lang="en-US" sz="1200" b="0" baseline="0" dirty="0"/>
                        <a:t> </a:t>
                      </a:r>
                      <a:r>
                        <a:rPr lang="en-US" sz="1200" b="0" dirty="0"/>
                        <a:t>Saturday</a:t>
                      </a:r>
                    </a:p>
                  </a:txBody>
                  <a:tcPr/>
                </a:tc>
                <a:tc>
                  <a:txBody>
                    <a:bodyPr/>
                    <a:lstStyle/>
                    <a:p>
                      <a:r>
                        <a:rPr lang="en-US" sz="1200" b="0" dirty="0"/>
                        <a:t>Saturday –  Starting from 4 PM to Midnight</a:t>
                      </a:r>
                    </a:p>
                    <a:p>
                      <a:endParaRPr lang="en-US" sz="12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Install </a:t>
                      </a:r>
                      <a:r>
                        <a:rPr lang="en-US" sz="1200" b="0" baseline="0" dirty="0"/>
                        <a:t>of new updates and restart (Updates Published &lt; </a:t>
                      </a:r>
                      <a:r>
                        <a:rPr lang="en-US" sz="1200" b="0" baseline="0" dirty="0">
                          <a:solidFill>
                            <a:srgbClr val="FF0000"/>
                          </a:solidFill>
                        </a:rPr>
                        <a:t>4 weeks</a:t>
                      </a:r>
                      <a:r>
                        <a:rPr lang="en-US" sz="1200" b="0" baseline="0" dirty="0"/>
                        <a:t>)</a:t>
                      </a:r>
                    </a:p>
                    <a:p>
                      <a:endParaRPr lang="en-US" sz="1200" b="0" baseline="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Update group4</a:t>
                      </a:r>
                    </a:p>
                  </a:txBody>
                  <a:tcPr/>
                </a:tc>
                <a:extLst>
                  <a:ext uri="{0D108BD9-81ED-4DB2-BD59-A6C34878D82A}">
                    <a16:rowId xmlns:a16="http://schemas.microsoft.com/office/drawing/2014/main" val="45588512"/>
                  </a:ext>
                </a:extLst>
              </a:tr>
            </a:tbl>
          </a:graphicData>
        </a:graphic>
      </p:graphicFrame>
    </p:spTree>
    <p:extLst>
      <p:ext uri="{BB962C8B-B14F-4D97-AF65-F5344CB8AC3E}">
        <p14:creationId xmlns:p14="http://schemas.microsoft.com/office/powerpoint/2010/main" val="812342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z="2800" dirty="0">
                <a:solidFill>
                  <a:srgbClr val="899BA9"/>
                </a:solidFill>
              </a:rPr>
              <a:t>Summary</a:t>
            </a:r>
            <a:endParaRPr lang="en-US" sz="2800" dirty="0"/>
          </a:p>
        </p:txBody>
      </p:sp>
      <p:sp>
        <p:nvSpPr>
          <p:cNvPr id="4" name="Espace réservé du numéro de diapositive 3"/>
          <p:cNvSpPr>
            <a:spLocks noGrp="1"/>
          </p:cNvSpPr>
          <p:nvPr>
            <p:ph type="sldNum" sz="quarter" idx="11"/>
          </p:nvPr>
        </p:nvSpPr>
        <p:spPr/>
        <p:txBody>
          <a:bodyPr/>
          <a:lstStyle/>
          <a:p>
            <a:pPr>
              <a:defRPr/>
            </a:pPr>
            <a:fld id="{733FADA7-465C-4B08-ADB5-ACA6BABED4DE}" type="slidenum">
              <a:rPr lang="fr-FR" altLang="fr-FR" smtClean="0"/>
              <a:pPr>
                <a:defRPr/>
              </a:pPr>
              <a:t>7</a:t>
            </a:fld>
            <a:endParaRPr lang="fr-FR" altLang="fr-FR" dirty="0"/>
          </a:p>
        </p:txBody>
      </p:sp>
      <p:sp>
        <p:nvSpPr>
          <p:cNvPr id="5" name="Rectangle 4"/>
          <p:cNvSpPr>
            <a:spLocks noChangeArrowheads="1"/>
          </p:cNvSpPr>
          <p:nvPr/>
        </p:nvSpPr>
        <p:spPr bwMode="auto">
          <a:xfrm>
            <a:off x="174624" y="1536699"/>
            <a:ext cx="9459026" cy="508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0"/>
          <a:lstStyle>
            <a:lvl1pPr marL="342900" indent="-342900"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85738" indent="-182563"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363538" indent="-176213"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550863" indent="-185738"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10080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14652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19224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23796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lvl="5">
              <a:buFont typeface="Arial" panose="020B0604020202020204" pitchFamily="34" charset="0"/>
              <a:buChar char="•"/>
            </a:pPr>
            <a:endParaRPr lang="fr-FR" altLang="fr-FR" sz="1800" dirty="0"/>
          </a:p>
        </p:txBody>
      </p:sp>
      <p:sp>
        <p:nvSpPr>
          <p:cNvPr id="6" name="Rectangle 4"/>
          <p:cNvSpPr>
            <a:spLocks noChangeArrowheads="1"/>
          </p:cNvSpPr>
          <p:nvPr/>
        </p:nvSpPr>
        <p:spPr bwMode="auto">
          <a:xfrm>
            <a:off x="344952" y="1096963"/>
            <a:ext cx="9459026" cy="518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0"/>
          <a:lstStyle>
            <a:lvl1pPr marL="342900" indent="-342900"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85738" indent="-182563"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363538" indent="-176213"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550863" indent="-185738"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10080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14652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19224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23796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lvl="5">
              <a:buFont typeface="Arial" panose="020B0604020202020204" pitchFamily="34" charset="0"/>
              <a:buChar char="•"/>
            </a:pPr>
            <a:r>
              <a:rPr lang="en-US" altLang="fr-FR" sz="1600" dirty="0"/>
              <a:t>Update classifications : security and critical</a:t>
            </a:r>
          </a:p>
          <a:p>
            <a:pPr lvl="5">
              <a:buFont typeface="Arial" panose="020B0604020202020204" pitchFamily="34" charset="0"/>
              <a:buChar char="•"/>
            </a:pPr>
            <a:r>
              <a:rPr lang="en-US" altLang="fr-FR" sz="1600" dirty="0"/>
              <a:t>Products :</a:t>
            </a:r>
          </a:p>
          <a:p>
            <a:pPr lvl="6">
              <a:buFont typeface="Arial" panose="020B0604020202020204" pitchFamily="34" charset="0"/>
              <a:buChar char="•"/>
            </a:pPr>
            <a:r>
              <a:rPr lang="en-US" altLang="fr-FR" sz="1600" dirty="0"/>
              <a:t>Windows servers 2008, 2008R2, 2012, 2012R2, 2016</a:t>
            </a:r>
          </a:p>
          <a:p>
            <a:pPr lvl="5">
              <a:buFont typeface="Arial" panose="020B0604020202020204" pitchFamily="34" charset="0"/>
              <a:buChar char="•"/>
            </a:pPr>
            <a:r>
              <a:rPr lang="en-US" altLang="fr-FR" sz="1600" dirty="0"/>
              <a:t>Servers :</a:t>
            </a:r>
          </a:p>
          <a:p>
            <a:pPr lvl="6">
              <a:buFont typeface="Arial" panose="020B0604020202020204" pitchFamily="34" charset="0"/>
              <a:buChar char="•"/>
            </a:pPr>
            <a:r>
              <a:rPr lang="en-US" altLang="fr-FR" sz="1600" dirty="0"/>
              <a:t>Installation of updates : </a:t>
            </a:r>
            <a:r>
              <a:rPr lang="en-US" sz="1600" dirty="0"/>
              <a:t>Starting from 4 PM to Midnight</a:t>
            </a:r>
          </a:p>
          <a:p>
            <a:pPr lvl="6">
              <a:buFont typeface="Arial" panose="020B0604020202020204" pitchFamily="34" charset="0"/>
              <a:buChar char="•"/>
            </a:pPr>
            <a:r>
              <a:rPr lang="en-US" altLang="fr-FR" sz="1600" dirty="0"/>
              <a:t>Process in 5 steps : 1 validation group and 4 deployment groups to avoid general problems</a:t>
            </a:r>
          </a:p>
          <a:p>
            <a:pPr lvl="5">
              <a:buFont typeface="Arial" panose="020B0604020202020204" pitchFamily="34" charset="0"/>
              <a:buChar char="•"/>
            </a:pPr>
            <a:r>
              <a:rPr lang="en-US" altLang="fr-FR" sz="1600" dirty="0"/>
              <a:t>Updates installed on servers maximum 1 month after being released by Microsoft</a:t>
            </a:r>
          </a:p>
          <a:p>
            <a:pPr lvl="5">
              <a:buFont typeface="Arial" panose="020B0604020202020204" pitchFamily="34" charset="0"/>
              <a:buChar char="•"/>
            </a:pPr>
            <a:r>
              <a:rPr lang="en-US" altLang="fr-FR" sz="1600" dirty="0"/>
              <a:t>Nagios check by Monitoring and production control team on Mondays at 05:00 AM</a:t>
            </a:r>
          </a:p>
          <a:p>
            <a:pPr marL="822325" lvl="5" indent="0">
              <a:buNone/>
            </a:pPr>
            <a:endParaRPr lang="fr-FR" altLang="fr-FR" sz="1800" dirty="0"/>
          </a:p>
        </p:txBody>
      </p:sp>
    </p:spTree>
    <p:extLst>
      <p:ext uri="{BB962C8B-B14F-4D97-AF65-F5344CB8AC3E}">
        <p14:creationId xmlns:p14="http://schemas.microsoft.com/office/powerpoint/2010/main" val="1062847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z="2800" dirty="0">
                <a:solidFill>
                  <a:srgbClr val="899BA9"/>
                </a:solidFill>
              </a:rPr>
              <a:t>Potential Risks</a:t>
            </a:r>
            <a:endParaRPr lang="en-US" sz="2800" dirty="0"/>
          </a:p>
        </p:txBody>
      </p:sp>
      <p:sp>
        <p:nvSpPr>
          <p:cNvPr id="4" name="Espace réservé du numéro de diapositive 3"/>
          <p:cNvSpPr>
            <a:spLocks noGrp="1"/>
          </p:cNvSpPr>
          <p:nvPr>
            <p:ph type="sldNum" sz="quarter" idx="11"/>
          </p:nvPr>
        </p:nvSpPr>
        <p:spPr/>
        <p:txBody>
          <a:bodyPr/>
          <a:lstStyle/>
          <a:p>
            <a:pPr>
              <a:defRPr/>
            </a:pPr>
            <a:fld id="{733FADA7-465C-4B08-ADB5-ACA6BABED4DE}" type="slidenum">
              <a:rPr lang="fr-FR" altLang="fr-FR" smtClean="0"/>
              <a:pPr>
                <a:defRPr/>
              </a:pPr>
              <a:t>8</a:t>
            </a:fld>
            <a:endParaRPr lang="fr-FR" altLang="fr-FR" dirty="0"/>
          </a:p>
        </p:txBody>
      </p:sp>
      <p:sp>
        <p:nvSpPr>
          <p:cNvPr id="5" name="Rectangle 4"/>
          <p:cNvSpPr>
            <a:spLocks noChangeArrowheads="1"/>
          </p:cNvSpPr>
          <p:nvPr/>
        </p:nvSpPr>
        <p:spPr bwMode="auto">
          <a:xfrm>
            <a:off x="174624" y="1536699"/>
            <a:ext cx="9459026" cy="508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0"/>
          <a:lstStyle>
            <a:lvl1pPr marL="342900" indent="-342900"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85738" indent="-182563"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363538" indent="-176213"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550863" indent="-185738"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10080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14652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19224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23796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lvl="5">
              <a:buFont typeface="Arial" panose="020B0604020202020204" pitchFamily="34" charset="0"/>
              <a:buChar char="•"/>
            </a:pPr>
            <a:endParaRPr lang="fr-FR" altLang="fr-FR" sz="1800" dirty="0"/>
          </a:p>
        </p:txBody>
      </p:sp>
      <p:sp>
        <p:nvSpPr>
          <p:cNvPr id="6" name="Rectangle 4"/>
          <p:cNvSpPr>
            <a:spLocks noChangeArrowheads="1"/>
          </p:cNvSpPr>
          <p:nvPr/>
        </p:nvSpPr>
        <p:spPr bwMode="auto">
          <a:xfrm>
            <a:off x="-951820" y="884238"/>
            <a:ext cx="9531036" cy="4437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72000" rIns="0" bIns="0"/>
          <a:lstStyle>
            <a:lvl1pPr marL="342900" indent="-342900" algn="l" eaLnBrk="0" hangingPunct="0">
              <a:lnSpc>
                <a:spcPct val="110000"/>
              </a:lnSpc>
              <a:spcBef>
                <a:spcPct val="80000"/>
              </a:spcBef>
              <a:defRPr sz="900" b="1">
                <a:solidFill>
                  <a:srgbClr val="283B4C"/>
                </a:solidFill>
                <a:latin typeface="Arial" charset="0"/>
                <a:cs typeface="Arial" charset="0"/>
              </a:defRPr>
            </a:lvl1pPr>
            <a:lvl2pPr marL="742950" indent="-285750" algn="l" eaLnBrk="0" hangingPunct="0">
              <a:lnSpc>
                <a:spcPct val="110000"/>
              </a:lnSpc>
              <a:spcBef>
                <a:spcPct val="30000"/>
              </a:spcBef>
              <a:defRPr sz="900">
                <a:solidFill>
                  <a:srgbClr val="283B4C"/>
                </a:solidFill>
                <a:latin typeface="Arial" charset="0"/>
                <a:cs typeface="Arial" charset="0"/>
              </a:defRPr>
            </a:lvl2pPr>
            <a:lvl3pPr marL="185738" indent="-182563" algn="l" eaLnBrk="0" hangingPunct="0">
              <a:lnSpc>
                <a:spcPct val="110000"/>
              </a:lnSpc>
              <a:spcBef>
                <a:spcPct val="30000"/>
              </a:spcBef>
              <a:buSzPct val="120000"/>
              <a:buFont typeface="Wingdings" pitchFamily="2" charset="2"/>
              <a:buChar char="§"/>
              <a:defRPr sz="900">
                <a:solidFill>
                  <a:srgbClr val="283B4C"/>
                </a:solidFill>
                <a:latin typeface="Arial" charset="0"/>
                <a:cs typeface="Arial" charset="0"/>
              </a:defRPr>
            </a:lvl3pPr>
            <a:lvl4pPr marL="363538" indent="-176213" algn="l" eaLnBrk="0" hangingPunct="0">
              <a:lnSpc>
                <a:spcPct val="110000"/>
              </a:lnSpc>
              <a:spcBef>
                <a:spcPct val="30000"/>
              </a:spcBef>
              <a:buFont typeface="Calibri" pitchFamily="34" charset="0"/>
              <a:buChar char="–"/>
              <a:defRPr sz="900">
                <a:solidFill>
                  <a:srgbClr val="283B4C"/>
                </a:solidFill>
                <a:latin typeface="Arial" charset="0"/>
                <a:cs typeface="Arial" charset="0"/>
              </a:defRPr>
            </a:lvl4pPr>
            <a:lvl5pPr marL="550863" indent="-185738" algn="l" eaLnBrk="0" hangingPunct="0">
              <a:lnSpc>
                <a:spcPct val="110000"/>
              </a:lnSpc>
              <a:spcBef>
                <a:spcPct val="30000"/>
              </a:spcBef>
              <a:buFont typeface="Calibri" pitchFamily="34" charset="0"/>
              <a:buChar char="–"/>
              <a:defRPr sz="900">
                <a:solidFill>
                  <a:srgbClr val="283B4C"/>
                </a:solidFill>
                <a:latin typeface="Arial" charset="0"/>
                <a:cs typeface="Arial" charset="0"/>
              </a:defRPr>
            </a:lvl5pPr>
            <a:lvl6pPr marL="10080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6pPr>
            <a:lvl7pPr marL="14652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7pPr>
            <a:lvl8pPr marL="19224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8pPr>
            <a:lvl9pPr marL="2379663" indent="-185738" eaLnBrk="0" fontAlgn="base" hangingPunct="0">
              <a:lnSpc>
                <a:spcPct val="110000"/>
              </a:lnSpc>
              <a:spcBef>
                <a:spcPct val="30000"/>
              </a:spcBef>
              <a:spcAft>
                <a:spcPct val="0"/>
              </a:spcAft>
              <a:buFont typeface="Calibri" pitchFamily="34" charset="0"/>
              <a:buChar char="–"/>
              <a:defRPr sz="900">
                <a:solidFill>
                  <a:srgbClr val="283B4C"/>
                </a:solidFill>
                <a:latin typeface="Arial" charset="0"/>
                <a:cs typeface="Arial" charset="0"/>
              </a:defRPr>
            </a:lvl9pPr>
          </a:lstStyle>
          <a:p>
            <a:pPr lvl="6">
              <a:buFont typeface="Arial" panose="020B0604020202020204" pitchFamily="34" charset="0"/>
              <a:buChar char="•"/>
            </a:pPr>
            <a:r>
              <a:rPr lang="en-US" altLang="fr-FR" sz="1800" dirty="0"/>
              <a:t>Servers that have not received updates for a long time might need more disk space</a:t>
            </a:r>
          </a:p>
          <a:p>
            <a:pPr marL="822325" lvl="5" indent="0">
              <a:buNone/>
            </a:pPr>
            <a:endParaRPr lang="en-US" altLang="fr-FR" sz="1800" dirty="0"/>
          </a:p>
          <a:p>
            <a:pPr lvl="5">
              <a:buFont typeface="Arial" panose="020B0604020202020204" pitchFamily="34" charset="0"/>
              <a:buChar char="•"/>
            </a:pPr>
            <a:endParaRPr lang="en-US" altLang="fr-FR" sz="1800" dirty="0"/>
          </a:p>
          <a:p>
            <a:pPr marL="822325" lvl="5" indent="0">
              <a:buNone/>
            </a:pPr>
            <a:endParaRPr lang="fr-FR" altLang="fr-FR" sz="1800" dirty="0"/>
          </a:p>
        </p:txBody>
      </p:sp>
    </p:spTree>
    <p:extLst>
      <p:ext uri="{BB962C8B-B14F-4D97-AF65-F5344CB8AC3E}">
        <p14:creationId xmlns:p14="http://schemas.microsoft.com/office/powerpoint/2010/main" val="593257073"/>
      </p:ext>
    </p:extLst>
  </p:cSld>
  <p:clrMapOvr>
    <a:masterClrMapping/>
  </p:clrMapOvr>
</p:sld>
</file>

<file path=ppt/theme/theme1.xml><?xml version="1.0" encoding="utf-8"?>
<a:theme xmlns:a="http://schemas.openxmlformats.org/drawingml/2006/main" name="SlideNormale">
  <a:themeElements>
    <a:clrScheme name="SlideNorma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lideNormal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rgbClr val="A5003E"/>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fr-FR" altLang="fr-FR" sz="800" b="0" i="0" u="none" strike="noStrike" cap="none" normalizeH="0" baseline="0" smtClean="0">
            <a:ln>
              <a:noFill/>
            </a:ln>
            <a:solidFill>
              <a:srgbClr val="A5003E"/>
            </a:solidFill>
            <a:effectLst/>
            <a:latin typeface="Arial" charset="0"/>
            <a:cs typeface="Arial" charset="0"/>
          </a:defRPr>
        </a:defPPr>
      </a:lstStyle>
    </a:spDef>
    <a:lnDef>
      <a:spPr bwMode="auto">
        <a:xfrm>
          <a:off x="0" y="0"/>
          <a:ext cx="1" cy="1"/>
        </a:xfrm>
        <a:custGeom>
          <a:avLst/>
          <a:gdLst/>
          <a:ahLst/>
          <a:cxnLst/>
          <a:rect l="0" t="0" r="0" b="0"/>
          <a:pathLst/>
        </a:custGeom>
        <a:noFill/>
        <a:ln w="12700" cap="flat" cmpd="sng" algn="ctr">
          <a:solidFill>
            <a:srgbClr val="A5003E"/>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fr-FR" altLang="fr-FR" sz="800" b="0" i="0" u="none" strike="noStrike" cap="none" normalizeH="0" baseline="0" smtClean="0">
            <a:ln>
              <a:noFill/>
            </a:ln>
            <a:solidFill>
              <a:srgbClr val="A5003E"/>
            </a:solidFill>
            <a:effectLst/>
            <a:latin typeface="Arial" charset="0"/>
            <a:cs typeface="Arial" charset="0"/>
          </a:defRPr>
        </a:defPPr>
      </a:lstStyle>
    </a:lnDef>
  </a:objectDefaults>
  <a:extraClrSchemeLst>
    <a:extraClrScheme>
      <a:clrScheme name="SlideNorma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Normal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lideNormal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lideNormal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lideNormal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lideNormal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lideNormal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lideNormal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lideNormal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lideNormal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lideNormal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lideNormal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onception personnalisé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466</Words>
  <Application>Microsoft Office PowerPoint</Application>
  <PresentationFormat>Format A4 (210 x 297 mm)</PresentationFormat>
  <Paragraphs>68</Paragraphs>
  <Slides>8</Slides>
  <Notes>2</Notes>
  <HiddenSlides>0</HiddenSlides>
  <MMClips>0</MMClips>
  <ScaleCrop>false</ScaleCrop>
  <HeadingPairs>
    <vt:vector size="6" baseType="variant">
      <vt:variant>
        <vt:lpstr>Polices utilisées</vt:lpstr>
      </vt:variant>
      <vt:variant>
        <vt:i4>3</vt:i4>
      </vt:variant>
      <vt:variant>
        <vt:lpstr>Thème</vt:lpstr>
      </vt:variant>
      <vt:variant>
        <vt:i4>3</vt:i4>
      </vt:variant>
      <vt:variant>
        <vt:lpstr>Titres des diapositives</vt:lpstr>
      </vt:variant>
      <vt:variant>
        <vt:i4>8</vt:i4>
      </vt:variant>
    </vt:vector>
  </HeadingPairs>
  <TitlesOfParts>
    <vt:vector size="14" baseType="lpstr">
      <vt:lpstr>Wingdings</vt:lpstr>
      <vt:lpstr>Arial</vt:lpstr>
      <vt:lpstr>Calibri</vt:lpstr>
      <vt:lpstr>SlideNormale</vt:lpstr>
      <vt:lpstr>Conception personnalisée</vt:lpstr>
      <vt:lpstr>1_Conception personnalisée</vt:lpstr>
      <vt:lpstr>Patch Management for Windows Servers </vt:lpstr>
      <vt:lpstr>Introduction</vt:lpstr>
      <vt:lpstr>Purpose</vt:lpstr>
      <vt:lpstr>Goal of this presentation</vt:lpstr>
      <vt:lpstr>Architecture Overview</vt:lpstr>
      <vt:lpstr>Schedule for Servers</vt:lpstr>
      <vt:lpstr>Summary</vt:lpstr>
      <vt:lpstr>Potential Risks</vt:lpstr>
    </vt:vector>
  </TitlesOfParts>
  <Company>Oddo &amp; Cie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Budget IT 2015</dc:title>
  <dc:creator>Guillaume TAMISIER</dc:creator>
  <cp:lastModifiedBy>BEN ALAYA Marwen</cp:lastModifiedBy>
  <cp:revision>1202</cp:revision>
  <cp:lastPrinted>2016-10-18T13:18:38Z</cp:lastPrinted>
  <dcterms:created xsi:type="dcterms:W3CDTF">2007-02-19T18:31:05Z</dcterms:created>
  <dcterms:modified xsi:type="dcterms:W3CDTF">2021-01-12T16:46:40Z</dcterms:modified>
</cp:coreProperties>
</file>